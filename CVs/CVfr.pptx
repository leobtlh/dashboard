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1.xml.rels" ContentType="application/vnd.openxmlformats-package.relationships+xml"/>
  <Override PartName="/ppt/slides/slide1.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svg" ContentType="image/svg"/>
  <Override PartName="/ppt/media/image6.png" ContentType="image/png"/>
  <Override PartName="/ppt/media/image4.png" ContentType="image/png"/>
  <Override PartName="/ppt/media/image5.svg" ContentType="image/svg"/>
  <Override PartName="/ppt/media/image7.svg" ContentType="image/sv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7556500" cy="106934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4680"/>
            <a:ext cx="8228520" cy="114192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b="0" lang="en-US" sz="4400" strike="noStrike" u="none">
                <a:solidFill>
                  <a:schemeClr val="dk1"/>
                </a:solidFill>
                <a:effectLst/>
                <a:uFillTx/>
                <a:latin typeface="Calibri"/>
              </a:rPr>
              <a:t>Click to edit Master title style</a:t>
            </a:r>
            <a:endParaRPr b="0" lang="fr-CH" sz="4400" strike="noStrike" u="none">
              <a:solidFill>
                <a:srgbClr val="000000"/>
              </a:solidFill>
              <a:effectLst/>
              <a:uFillTx/>
              <a:latin typeface="Arial"/>
            </a:endParaRPr>
          </a:p>
        </p:txBody>
      </p:sp>
      <p:sp>
        <p:nvSpPr>
          <p:cNvPr id="1" name="PlaceHolder 2"/>
          <p:cNvSpPr>
            <a:spLocks noGrp="1"/>
          </p:cNvSpPr>
          <p:nvPr>
            <p:ph type="body"/>
          </p:nvPr>
        </p:nvSpPr>
        <p:spPr>
          <a:xfrm>
            <a:off x="457200" y="1600200"/>
            <a:ext cx="4037400" cy="452484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trike="noStrike" u="none">
                <a:solidFill>
                  <a:schemeClr val="dk1"/>
                </a:solidFill>
                <a:effectLst/>
                <a:uFillTx/>
                <a:latin typeface="Calibri"/>
              </a:rPr>
              <a:t>Click to edit Master text styles</a:t>
            </a:r>
            <a:endParaRPr b="0" lang="fr-CH" sz="2800" strike="noStrike" u="none">
              <a:solidFill>
                <a:srgbClr val="000000"/>
              </a:solidFill>
              <a:effectLst/>
              <a:uFillTx/>
              <a:latin typeface="Arial"/>
            </a:endParaRPr>
          </a:p>
          <a:p>
            <a:pPr lvl="1" marL="743040" indent="-28584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Second level</a:t>
            </a:r>
            <a:endParaRPr b="0" lang="fr-CH" sz="2400" strike="noStrike" u="none">
              <a:solidFill>
                <a:srgbClr val="000000"/>
              </a:solidFill>
              <a:effectLst/>
              <a:uFillTx/>
              <a:latin typeface="Arial"/>
            </a:endParaRPr>
          </a:p>
          <a:p>
            <a:pPr lvl="2" marL="11430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Third level</a:t>
            </a:r>
            <a:endParaRPr b="0" lang="fr-CH" sz="2000" strike="noStrike" u="none">
              <a:solidFill>
                <a:srgbClr val="000000"/>
              </a:solidFill>
              <a:effectLst/>
              <a:uFillTx/>
              <a:latin typeface="Arial"/>
            </a:endParaRPr>
          </a:p>
          <a:p>
            <a:pPr lvl="3" marL="1600200" indent="-228600" defTabSz="914400">
              <a:lnSpc>
                <a:spcPct val="100000"/>
              </a:lnSpc>
              <a:spcBef>
                <a:spcPts val="360"/>
              </a:spcBef>
              <a:buClr>
                <a:srgbClr val="000000"/>
              </a:buClr>
              <a:buFont typeface="Arial"/>
              <a:buChar char="–"/>
            </a:pPr>
            <a:r>
              <a:rPr b="0" lang="en-US" sz="1800" strike="noStrike" u="none">
                <a:solidFill>
                  <a:schemeClr val="dk1"/>
                </a:solidFill>
                <a:effectLst/>
                <a:uFillTx/>
                <a:latin typeface="Calibri"/>
              </a:rPr>
              <a:t>Fourth level</a:t>
            </a:r>
            <a:endParaRPr b="0" lang="fr-CH" sz="1800" strike="noStrike" u="none">
              <a:solidFill>
                <a:srgbClr val="000000"/>
              </a:solidFill>
              <a:effectLst/>
              <a:uFillTx/>
              <a:latin typeface="Arial"/>
            </a:endParaRPr>
          </a:p>
          <a:p>
            <a:pPr lvl="4" marL="2057400" indent="-228600" defTabSz="914400">
              <a:lnSpc>
                <a:spcPct val="100000"/>
              </a:lnSpc>
              <a:spcBef>
                <a:spcPts val="360"/>
              </a:spcBef>
              <a:buClr>
                <a:srgbClr val="000000"/>
              </a:buClr>
              <a:buFont typeface="Arial"/>
              <a:buChar char="»"/>
            </a:pPr>
            <a:r>
              <a:rPr b="0" lang="en-US" sz="1800" strike="noStrike" u="none">
                <a:solidFill>
                  <a:schemeClr val="dk1"/>
                </a:solidFill>
                <a:effectLst/>
                <a:uFillTx/>
                <a:latin typeface="Calibri"/>
              </a:rPr>
              <a:t>Fifth level</a:t>
            </a:r>
            <a:endParaRPr b="0" lang="fr-CH" sz="1800" strike="noStrike" u="none">
              <a:solidFill>
                <a:srgbClr val="000000"/>
              </a:solidFill>
              <a:effectLst/>
              <a:uFillTx/>
              <a:latin typeface="Arial"/>
            </a:endParaRPr>
          </a:p>
        </p:txBody>
      </p:sp>
      <p:sp>
        <p:nvSpPr>
          <p:cNvPr id="2" name="PlaceHolder 3"/>
          <p:cNvSpPr>
            <a:spLocks noGrp="1"/>
          </p:cNvSpPr>
          <p:nvPr>
            <p:ph type="body"/>
          </p:nvPr>
        </p:nvSpPr>
        <p:spPr>
          <a:xfrm>
            <a:off x="4648320" y="1600200"/>
            <a:ext cx="4037400" cy="452484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trike="noStrike" u="none">
                <a:solidFill>
                  <a:schemeClr val="dk1"/>
                </a:solidFill>
                <a:effectLst/>
                <a:uFillTx/>
                <a:latin typeface="Calibri"/>
              </a:rPr>
              <a:t>Click to edit Master text styles</a:t>
            </a:r>
            <a:endParaRPr b="0" lang="fr-CH" sz="2800" strike="noStrike" u="none">
              <a:solidFill>
                <a:srgbClr val="000000"/>
              </a:solidFill>
              <a:effectLst/>
              <a:uFillTx/>
              <a:latin typeface="Arial"/>
            </a:endParaRPr>
          </a:p>
          <a:p>
            <a:pPr lvl="1" marL="743040" indent="-28584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Second level</a:t>
            </a:r>
            <a:endParaRPr b="0" lang="fr-CH" sz="2400" strike="noStrike" u="none">
              <a:solidFill>
                <a:srgbClr val="000000"/>
              </a:solidFill>
              <a:effectLst/>
              <a:uFillTx/>
              <a:latin typeface="Arial"/>
            </a:endParaRPr>
          </a:p>
          <a:p>
            <a:pPr lvl="2" marL="11430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Third level</a:t>
            </a:r>
            <a:endParaRPr b="0" lang="fr-CH" sz="2000" strike="noStrike" u="none">
              <a:solidFill>
                <a:srgbClr val="000000"/>
              </a:solidFill>
              <a:effectLst/>
              <a:uFillTx/>
              <a:latin typeface="Arial"/>
            </a:endParaRPr>
          </a:p>
          <a:p>
            <a:pPr lvl="3" marL="1600200" indent="-228600" defTabSz="914400">
              <a:lnSpc>
                <a:spcPct val="100000"/>
              </a:lnSpc>
              <a:spcBef>
                <a:spcPts val="360"/>
              </a:spcBef>
              <a:buClr>
                <a:srgbClr val="000000"/>
              </a:buClr>
              <a:buFont typeface="Arial"/>
              <a:buChar char="–"/>
            </a:pPr>
            <a:r>
              <a:rPr b="0" lang="en-US" sz="1800" strike="noStrike" u="none">
                <a:solidFill>
                  <a:schemeClr val="dk1"/>
                </a:solidFill>
                <a:effectLst/>
                <a:uFillTx/>
                <a:latin typeface="Calibri"/>
              </a:rPr>
              <a:t>Fourth level</a:t>
            </a:r>
            <a:endParaRPr b="0" lang="fr-CH" sz="1800" strike="noStrike" u="none">
              <a:solidFill>
                <a:srgbClr val="000000"/>
              </a:solidFill>
              <a:effectLst/>
              <a:uFillTx/>
              <a:latin typeface="Arial"/>
            </a:endParaRPr>
          </a:p>
          <a:p>
            <a:pPr lvl="4" marL="2057400" indent="-228600" defTabSz="914400">
              <a:lnSpc>
                <a:spcPct val="100000"/>
              </a:lnSpc>
              <a:spcBef>
                <a:spcPts val="360"/>
              </a:spcBef>
              <a:buClr>
                <a:srgbClr val="000000"/>
              </a:buClr>
              <a:buFont typeface="Arial"/>
              <a:buChar char="»"/>
            </a:pPr>
            <a:r>
              <a:rPr b="0" lang="en-US" sz="1800" strike="noStrike" u="none">
                <a:solidFill>
                  <a:schemeClr val="dk1"/>
                </a:solidFill>
                <a:effectLst/>
                <a:uFillTx/>
                <a:latin typeface="Calibri"/>
              </a:rPr>
              <a:t>Fifth level</a:t>
            </a:r>
            <a:endParaRPr b="0" lang="fr-CH" sz="1800" strike="noStrike" u="none">
              <a:solidFill>
                <a:srgbClr val="000000"/>
              </a:solidFill>
              <a:effectLst/>
              <a:uFillTx/>
              <a:latin typeface="Arial"/>
            </a:endParaRPr>
          </a:p>
        </p:txBody>
      </p:sp>
      <p:sp>
        <p:nvSpPr>
          <p:cNvPr id="3" name="PlaceHolder 4"/>
          <p:cNvSpPr>
            <a:spLocks noGrp="1"/>
          </p:cNvSpPr>
          <p:nvPr>
            <p:ph type="dt" idx="1"/>
          </p:nvPr>
        </p:nvSpPr>
        <p:spPr>
          <a:xfrm>
            <a:off x="457200" y="6356520"/>
            <a:ext cx="213264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&lt;date/heure&gt;</a:t>
            </a:r>
            <a:endParaRPr b="0" lang="fr-CH" sz="1200" strike="noStrike" u="none">
              <a:solidFill>
                <a:srgbClr val="000000"/>
              </a:solidFill>
              <a:effectLst/>
              <a:uFillTx/>
              <a:latin typeface="Times New Roman"/>
            </a:endParaRPr>
          </a:p>
        </p:txBody>
      </p:sp>
      <p:sp>
        <p:nvSpPr>
          <p:cNvPr id="4" name="PlaceHolder 5"/>
          <p:cNvSpPr>
            <a:spLocks noGrp="1"/>
          </p:cNvSpPr>
          <p:nvPr>
            <p:ph type="ftr" idx="2"/>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CH" sz="1400" strike="noStrike" u="none">
                <a:solidFill>
                  <a:srgbClr val="000000"/>
                </a:solidFill>
                <a:effectLst/>
                <a:uFillTx/>
                <a:latin typeface="Times New Roman"/>
              </a:defRPr>
            </a:lvl1pPr>
          </a:lstStyle>
          <a:p>
            <a:pPr indent="0" algn="ctr">
              <a:lnSpc>
                <a:spcPct val="100000"/>
              </a:lnSpc>
              <a:buNone/>
              <a:tabLst>
                <a:tab algn="l" pos="0"/>
              </a:tabLst>
            </a:pPr>
            <a:r>
              <a:rPr b="0" lang="fr-CH" sz="1400" strike="noStrike" u="none">
                <a:solidFill>
                  <a:srgbClr val="000000"/>
                </a:solidFill>
                <a:effectLst/>
                <a:uFillTx/>
                <a:latin typeface="Times New Roman"/>
              </a:rPr>
              <a:t>&lt;pied de page&gt;</a:t>
            </a:r>
            <a:endParaRPr b="0" lang="fr-CH" sz="1400" strike="noStrike" u="none">
              <a:solidFill>
                <a:srgbClr val="000000"/>
              </a:solidFill>
              <a:effectLst/>
              <a:uFillTx/>
              <a:latin typeface="Times New Roman"/>
            </a:endParaRPr>
          </a:p>
        </p:txBody>
      </p:sp>
      <p:sp>
        <p:nvSpPr>
          <p:cNvPr id="5" name="PlaceHolder 6"/>
          <p:cNvSpPr>
            <a:spLocks noGrp="1"/>
          </p:cNvSpPr>
          <p:nvPr>
            <p:ph type="sldNum" idx="3"/>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7540B51E-790F-4CE8-B9C8-308BB9A0EA4B}" type="slidenum">
              <a:rPr b="0" lang="en-US" sz="1200" strike="noStrike" u="none">
                <a:solidFill>
                  <a:schemeClr val="dk1">
                    <a:tint val="75000"/>
                  </a:schemeClr>
                </a:solidFill>
                <a:effectLst/>
                <a:uFillTx/>
                <a:latin typeface="Calibri"/>
              </a:rPr>
              <a:t>&lt;numéro&gt;</a:t>
            </a:fld>
            <a:endParaRPr b="0" lang="fr-CH" sz="12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8520" cy="114192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b="0" lang="en-US" sz="4400" strike="noStrike" u="none">
                <a:solidFill>
                  <a:schemeClr val="dk1"/>
                </a:solidFill>
                <a:effectLst/>
                <a:uFillTx/>
                <a:latin typeface="Calibri"/>
              </a:rPr>
              <a:t>Click to edit Master title style</a:t>
            </a:r>
            <a:endParaRPr b="0" lang="fr-CH" sz="4400" strike="noStrike" u="none">
              <a:solidFill>
                <a:srgbClr val="000000"/>
              </a:solidFill>
              <a:effectLst/>
              <a:uFillTx/>
              <a:latin typeface="Arial"/>
            </a:endParaRPr>
          </a:p>
        </p:txBody>
      </p:sp>
      <p:sp>
        <p:nvSpPr>
          <p:cNvPr id="7" name="PlaceHolder 2"/>
          <p:cNvSpPr>
            <a:spLocks noGrp="1"/>
          </p:cNvSpPr>
          <p:nvPr>
            <p:ph type="body"/>
          </p:nvPr>
        </p:nvSpPr>
        <p:spPr>
          <a:xfrm>
            <a:off x="457200" y="1535040"/>
            <a:ext cx="4039200" cy="63864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trike="noStrike" u="none">
                <a:solidFill>
                  <a:schemeClr val="dk1"/>
                </a:solidFill>
                <a:effectLst/>
                <a:uFillTx/>
                <a:latin typeface="Calibri"/>
              </a:rPr>
              <a:t>Click to edit Master text styles</a:t>
            </a:r>
            <a:endParaRPr b="0" lang="fr-CH" sz="2400" strike="noStrike" u="none">
              <a:solidFill>
                <a:srgbClr val="000000"/>
              </a:solidFill>
              <a:effectLst/>
              <a:uFillTx/>
              <a:latin typeface="Arial"/>
            </a:endParaRPr>
          </a:p>
        </p:txBody>
      </p:sp>
      <p:sp>
        <p:nvSpPr>
          <p:cNvPr id="8" name="PlaceHolder 3"/>
          <p:cNvSpPr>
            <a:spLocks noGrp="1"/>
          </p:cNvSpPr>
          <p:nvPr>
            <p:ph type="body"/>
          </p:nvPr>
        </p:nvSpPr>
        <p:spPr>
          <a:xfrm>
            <a:off x="457200" y="2174760"/>
            <a:ext cx="4039200" cy="395028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Click to edit Master text styles</a:t>
            </a:r>
            <a:endParaRPr b="0" lang="fr-CH" sz="2400" strike="noStrike" u="none">
              <a:solidFill>
                <a:srgbClr val="000000"/>
              </a:solidFill>
              <a:effectLst/>
              <a:uFillTx/>
              <a:latin typeface="Arial"/>
            </a:endParaRPr>
          </a:p>
          <a:p>
            <a:pPr lvl="1" marL="743040" indent="-28584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Second level</a:t>
            </a:r>
            <a:endParaRPr b="0" lang="fr-CH" sz="2000" strike="noStrike" u="none">
              <a:solidFill>
                <a:srgbClr val="000000"/>
              </a:solidFill>
              <a:effectLst/>
              <a:uFillTx/>
              <a:latin typeface="Arial"/>
            </a:endParaRPr>
          </a:p>
          <a:p>
            <a:pPr lvl="2" marL="1143000" indent="-228600" defTabSz="914400">
              <a:lnSpc>
                <a:spcPct val="100000"/>
              </a:lnSpc>
              <a:spcBef>
                <a:spcPts val="360"/>
              </a:spcBef>
              <a:buClr>
                <a:srgbClr val="000000"/>
              </a:buClr>
              <a:buFont typeface="Arial"/>
              <a:buChar char="•"/>
            </a:pPr>
            <a:r>
              <a:rPr b="0" lang="en-US" sz="1800" strike="noStrike" u="none">
                <a:solidFill>
                  <a:schemeClr val="dk1"/>
                </a:solidFill>
                <a:effectLst/>
                <a:uFillTx/>
                <a:latin typeface="Calibri"/>
              </a:rPr>
              <a:t>Third level</a:t>
            </a:r>
            <a:endParaRPr b="0" lang="fr-CH" sz="1800" strike="noStrike" u="none">
              <a:solidFill>
                <a:srgbClr val="000000"/>
              </a:solidFill>
              <a:effectLst/>
              <a:uFillTx/>
              <a:latin typeface="Arial"/>
            </a:endParaRPr>
          </a:p>
          <a:p>
            <a:pPr lvl="3" marL="1600200" indent="-228600" defTabSz="914400">
              <a:lnSpc>
                <a:spcPct val="100000"/>
              </a:lnSpc>
              <a:spcBef>
                <a:spcPts val="320"/>
              </a:spcBef>
              <a:buClr>
                <a:srgbClr val="000000"/>
              </a:buClr>
              <a:buFont typeface="Arial"/>
              <a:buChar char="–"/>
            </a:pPr>
            <a:r>
              <a:rPr b="0" lang="en-US" sz="1600" strike="noStrike" u="none">
                <a:solidFill>
                  <a:schemeClr val="dk1"/>
                </a:solidFill>
                <a:effectLst/>
                <a:uFillTx/>
                <a:latin typeface="Calibri"/>
              </a:rPr>
              <a:t>Fourth level</a:t>
            </a:r>
            <a:endParaRPr b="0" lang="fr-CH" sz="1600" strike="noStrike" u="none">
              <a:solidFill>
                <a:srgbClr val="000000"/>
              </a:solidFill>
              <a:effectLst/>
              <a:uFillTx/>
              <a:latin typeface="Arial"/>
            </a:endParaRPr>
          </a:p>
          <a:p>
            <a:pPr lvl="4" marL="2057400" indent="-228600" defTabSz="914400">
              <a:lnSpc>
                <a:spcPct val="100000"/>
              </a:lnSpc>
              <a:spcBef>
                <a:spcPts val="320"/>
              </a:spcBef>
              <a:buClr>
                <a:srgbClr val="000000"/>
              </a:buClr>
              <a:buFont typeface="Arial"/>
              <a:buChar char="»"/>
            </a:pPr>
            <a:r>
              <a:rPr b="0" lang="en-US" sz="1600" strike="noStrike" u="none">
                <a:solidFill>
                  <a:schemeClr val="dk1"/>
                </a:solidFill>
                <a:effectLst/>
                <a:uFillTx/>
                <a:latin typeface="Calibri"/>
              </a:rPr>
              <a:t>Fifth level</a:t>
            </a:r>
            <a:endParaRPr b="0" lang="fr-CH" sz="1600" strike="noStrike" u="none">
              <a:solidFill>
                <a:srgbClr val="000000"/>
              </a:solidFill>
              <a:effectLst/>
              <a:uFillTx/>
              <a:latin typeface="Arial"/>
            </a:endParaRPr>
          </a:p>
        </p:txBody>
      </p:sp>
      <p:sp>
        <p:nvSpPr>
          <p:cNvPr id="9" name="PlaceHolder 4"/>
          <p:cNvSpPr>
            <a:spLocks noGrp="1"/>
          </p:cNvSpPr>
          <p:nvPr>
            <p:ph type="body"/>
          </p:nvPr>
        </p:nvSpPr>
        <p:spPr>
          <a:xfrm>
            <a:off x="4645080" y="1535040"/>
            <a:ext cx="4040640" cy="63864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trike="noStrike" u="none">
                <a:solidFill>
                  <a:schemeClr val="dk1"/>
                </a:solidFill>
                <a:effectLst/>
                <a:uFillTx/>
                <a:latin typeface="Calibri"/>
              </a:rPr>
              <a:t>Click to edit Master text styles</a:t>
            </a:r>
            <a:endParaRPr b="0" lang="fr-CH" sz="2400" strike="noStrike" u="none">
              <a:solidFill>
                <a:srgbClr val="000000"/>
              </a:solidFill>
              <a:effectLst/>
              <a:uFillTx/>
              <a:latin typeface="Arial"/>
            </a:endParaRPr>
          </a:p>
        </p:txBody>
      </p:sp>
      <p:sp>
        <p:nvSpPr>
          <p:cNvPr id="10" name="PlaceHolder 5"/>
          <p:cNvSpPr>
            <a:spLocks noGrp="1"/>
          </p:cNvSpPr>
          <p:nvPr>
            <p:ph type="body"/>
          </p:nvPr>
        </p:nvSpPr>
        <p:spPr>
          <a:xfrm>
            <a:off x="4645080" y="2174760"/>
            <a:ext cx="4040640" cy="395028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Click to edit Master text styles</a:t>
            </a:r>
            <a:endParaRPr b="0" lang="fr-CH" sz="2400" strike="noStrike" u="none">
              <a:solidFill>
                <a:srgbClr val="000000"/>
              </a:solidFill>
              <a:effectLst/>
              <a:uFillTx/>
              <a:latin typeface="Arial"/>
            </a:endParaRPr>
          </a:p>
          <a:p>
            <a:pPr lvl="1" marL="743040" indent="-28584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Second level</a:t>
            </a:r>
            <a:endParaRPr b="0" lang="fr-CH" sz="2000" strike="noStrike" u="none">
              <a:solidFill>
                <a:srgbClr val="000000"/>
              </a:solidFill>
              <a:effectLst/>
              <a:uFillTx/>
              <a:latin typeface="Arial"/>
            </a:endParaRPr>
          </a:p>
          <a:p>
            <a:pPr lvl="2" marL="1143000" indent="-228600" defTabSz="914400">
              <a:lnSpc>
                <a:spcPct val="100000"/>
              </a:lnSpc>
              <a:spcBef>
                <a:spcPts val="360"/>
              </a:spcBef>
              <a:buClr>
                <a:srgbClr val="000000"/>
              </a:buClr>
              <a:buFont typeface="Arial"/>
              <a:buChar char="•"/>
            </a:pPr>
            <a:r>
              <a:rPr b="0" lang="en-US" sz="1800" strike="noStrike" u="none">
                <a:solidFill>
                  <a:schemeClr val="dk1"/>
                </a:solidFill>
                <a:effectLst/>
                <a:uFillTx/>
                <a:latin typeface="Calibri"/>
              </a:rPr>
              <a:t>Third level</a:t>
            </a:r>
            <a:endParaRPr b="0" lang="fr-CH" sz="1800" strike="noStrike" u="none">
              <a:solidFill>
                <a:srgbClr val="000000"/>
              </a:solidFill>
              <a:effectLst/>
              <a:uFillTx/>
              <a:latin typeface="Arial"/>
            </a:endParaRPr>
          </a:p>
          <a:p>
            <a:pPr lvl="3" marL="1600200" indent="-228600" defTabSz="914400">
              <a:lnSpc>
                <a:spcPct val="100000"/>
              </a:lnSpc>
              <a:spcBef>
                <a:spcPts val="320"/>
              </a:spcBef>
              <a:buClr>
                <a:srgbClr val="000000"/>
              </a:buClr>
              <a:buFont typeface="Arial"/>
              <a:buChar char="–"/>
            </a:pPr>
            <a:r>
              <a:rPr b="0" lang="en-US" sz="1600" strike="noStrike" u="none">
                <a:solidFill>
                  <a:schemeClr val="dk1"/>
                </a:solidFill>
                <a:effectLst/>
                <a:uFillTx/>
                <a:latin typeface="Calibri"/>
              </a:rPr>
              <a:t>Fourth level</a:t>
            </a:r>
            <a:endParaRPr b="0" lang="fr-CH" sz="1600" strike="noStrike" u="none">
              <a:solidFill>
                <a:srgbClr val="000000"/>
              </a:solidFill>
              <a:effectLst/>
              <a:uFillTx/>
              <a:latin typeface="Arial"/>
            </a:endParaRPr>
          </a:p>
          <a:p>
            <a:pPr lvl="4" marL="2057400" indent="-228600" defTabSz="914400">
              <a:lnSpc>
                <a:spcPct val="100000"/>
              </a:lnSpc>
              <a:spcBef>
                <a:spcPts val="320"/>
              </a:spcBef>
              <a:buClr>
                <a:srgbClr val="000000"/>
              </a:buClr>
              <a:buFont typeface="Arial"/>
              <a:buChar char="»"/>
            </a:pPr>
            <a:r>
              <a:rPr b="0" lang="en-US" sz="1600" strike="noStrike" u="none">
                <a:solidFill>
                  <a:schemeClr val="dk1"/>
                </a:solidFill>
                <a:effectLst/>
                <a:uFillTx/>
                <a:latin typeface="Calibri"/>
              </a:rPr>
              <a:t>Fifth level</a:t>
            </a:r>
            <a:endParaRPr b="0" lang="fr-CH" sz="1600" strike="noStrike" u="none">
              <a:solidFill>
                <a:srgbClr val="000000"/>
              </a:solidFill>
              <a:effectLst/>
              <a:uFillTx/>
              <a:latin typeface="Arial"/>
            </a:endParaRPr>
          </a:p>
        </p:txBody>
      </p:sp>
      <p:sp>
        <p:nvSpPr>
          <p:cNvPr id="11" name="PlaceHolder 6"/>
          <p:cNvSpPr>
            <a:spLocks noGrp="1"/>
          </p:cNvSpPr>
          <p:nvPr>
            <p:ph type="dt" idx="4"/>
          </p:nvPr>
        </p:nvSpPr>
        <p:spPr>
          <a:xfrm>
            <a:off x="457200" y="6356520"/>
            <a:ext cx="213264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&lt;date/heure&gt;</a:t>
            </a:r>
            <a:endParaRPr b="0" lang="fr-CH" sz="1200" strike="noStrike" u="none">
              <a:solidFill>
                <a:srgbClr val="000000"/>
              </a:solidFill>
              <a:effectLst/>
              <a:uFillTx/>
              <a:latin typeface="Times New Roman"/>
            </a:endParaRPr>
          </a:p>
        </p:txBody>
      </p:sp>
      <p:sp>
        <p:nvSpPr>
          <p:cNvPr id="12" name="PlaceHolder 7"/>
          <p:cNvSpPr>
            <a:spLocks noGrp="1"/>
          </p:cNvSpPr>
          <p:nvPr>
            <p:ph type="ftr" idx="5"/>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CH" sz="1400" strike="noStrike" u="none">
                <a:solidFill>
                  <a:srgbClr val="000000"/>
                </a:solidFill>
                <a:effectLst/>
                <a:uFillTx/>
                <a:latin typeface="Times New Roman"/>
              </a:defRPr>
            </a:lvl1pPr>
          </a:lstStyle>
          <a:p>
            <a:pPr indent="0" algn="ctr">
              <a:lnSpc>
                <a:spcPct val="100000"/>
              </a:lnSpc>
              <a:buNone/>
              <a:tabLst>
                <a:tab algn="l" pos="0"/>
              </a:tabLst>
            </a:pPr>
            <a:r>
              <a:rPr b="0" lang="fr-CH" sz="1400" strike="noStrike" u="none">
                <a:solidFill>
                  <a:srgbClr val="000000"/>
                </a:solidFill>
                <a:effectLst/>
                <a:uFillTx/>
                <a:latin typeface="Times New Roman"/>
              </a:rPr>
              <a:t>&lt;pied de page&gt;</a:t>
            </a:r>
            <a:endParaRPr b="0" lang="fr-CH" sz="1400" strike="noStrike" u="none">
              <a:solidFill>
                <a:srgbClr val="000000"/>
              </a:solidFill>
              <a:effectLst/>
              <a:uFillTx/>
              <a:latin typeface="Times New Roman"/>
            </a:endParaRPr>
          </a:p>
        </p:txBody>
      </p:sp>
      <p:sp>
        <p:nvSpPr>
          <p:cNvPr id="13" name="PlaceHolder 8"/>
          <p:cNvSpPr>
            <a:spLocks noGrp="1"/>
          </p:cNvSpPr>
          <p:nvPr>
            <p:ph type="sldNum" idx="6"/>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12A33784-AE07-44FD-B1CD-33407F44FB1B}" type="slidenum">
              <a:rPr b="0" lang="en-US" sz="1200" strike="noStrike" u="none">
                <a:solidFill>
                  <a:schemeClr val="dk1">
                    <a:tint val="75000"/>
                  </a:schemeClr>
                </a:solidFill>
                <a:effectLst/>
                <a:uFillTx/>
                <a:latin typeface="Calibri"/>
              </a:rPr>
              <a:t>&lt;numéro&gt;</a:t>
            </a:fld>
            <a:endParaRPr b="0" lang="fr-CH" sz="12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8520" cy="114192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b="0" lang="en-US" sz="4400" strike="noStrike" u="none">
                <a:solidFill>
                  <a:schemeClr val="dk1"/>
                </a:solidFill>
                <a:effectLst/>
                <a:uFillTx/>
                <a:latin typeface="Calibri"/>
              </a:rPr>
              <a:t>Click to edit Master title style</a:t>
            </a:r>
            <a:endParaRPr b="0" lang="fr-CH" sz="4400" strike="noStrike" u="none">
              <a:solidFill>
                <a:srgbClr val="000000"/>
              </a:solidFill>
              <a:effectLst/>
              <a:uFillTx/>
              <a:latin typeface="Arial"/>
            </a:endParaRPr>
          </a:p>
        </p:txBody>
      </p:sp>
      <p:sp>
        <p:nvSpPr>
          <p:cNvPr id="15" name="PlaceHolder 2"/>
          <p:cNvSpPr>
            <a:spLocks noGrp="1"/>
          </p:cNvSpPr>
          <p:nvPr>
            <p:ph type="dt" idx="7"/>
          </p:nvPr>
        </p:nvSpPr>
        <p:spPr>
          <a:xfrm>
            <a:off x="457200" y="6356520"/>
            <a:ext cx="213264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&lt;date/heure&gt;</a:t>
            </a:r>
            <a:endParaRPr b="0" lang="fr-CH" sz="1200" strike="noStrike" u="none">
              <a:solidFill>
                <a:srgbClr val="000000"/>
              </a:solidFill>
              <a:effectLst/>
              <a:uFillTx/>
              <a:latin typeface="Times New Roman"/>
            </a:endParaRPr>
          </a:p>
        </p:txBody>
      </p:sp>
      <p:sp>
        <p:nvSpPr>
          <p:cNvPr id="16" name="PlaceHolder 3"/>
          <p:cNvSpPr>
            <a:spLocks noGrp="1"/>
          </p:cNvSpPr>
          <p:nvPr>
            <p:ph type="ftr" idx="8"/>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CH" sz="1400" strike="noStrike" u="none">
                <a:solidFill>
                  <a:srgbClr val="000000"/>
                </a:solidFill>
                <a:effectLst/>
                <a:uFillTx/>
                <a:latin typeface="Times New Roman"/>
              </a:defRPr>
            </a:lvl1pPr>
          </a:lstStyle>
          <a:p>
            <a:pPr indent="0" algn="ctr">
              <a:lnSpc>
                <a:spcPct val="100000"/>
              </a:lnSpc>
              <a:buNone/>
              <a:tabLst>
                <a:tab algn="l" pos="0"/>
              </a:tabLst>
            </a:pPr>
            <a:r>
              <a:rPr b="0" lang="fr-CH" sz="1400" strike="noStrike" u="none">
                <a:solidFill>
                  <a:srgbClr val="000000"/>
                </a:solidFill>
                <a:effectLst/>
                <a:uFillTx/>
                <a:latin typeface="Times New Roman"/>
              </a:rPr>
              <a:t>&lt;pied de page&gt;</a:t>
            </a:r>
            <a:endParaRPr b="0" lang="fr-CH" sz="1400" strike="noStrike" u="none">
              <a:solidFill>
                <a:srgbClr val="000000"/>
              </a:solidFill>
              <a:effectLst/>
              <a:uFillTx/>
              <a:latin typeface="Times New Roman"/>
            </a:endParaRPr>
          </a:p>
        </p:txBody>
      </p:sp>
      <p:sp>
        <p:nvSpPr>
          <p:cNvPr id="17" name="PlaceHolder 4"/>
          <p:cNvSpPr>
            <a:spLocks noGrp="1"/>
          </p:cNvSpPr>
          <p:nvPr>
            <p:ph type="sldNum" idx="9"/>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973D490F-ACA4-4B2F-B889-63CB6A99A9F7}" type="slidenum">
              <a:rPr b="0" lang="en-US" sz="1200" strike="noStrike" u="none">
                <a:solidFill>
                  <a:schemeClr val="dk1">
                    <a:tint val="75000"/>
                  </a:schemeClr>
                </a:solidFill>
                <a:effectLst/>
                <a:uFillTx/>
                <a:latin typeface="Calibri"/>
              </a:rPr>
              <a:t>&lt;numéro&gt;</a:t>
            </a:fld>
            <a:endParaRPr b="0" lang="fr-CH" sz="12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18" name="PlaceHolder 1"/>
          <p:cNvSpPr>
            <a:spLocks noGrp="1"/>
          </p:cNvSpPr>
          <p:nvPr>
            <p:ph type="dt" idx="10"/>
          </p:nvPr>
        </p:nvSpPr>
        <p:spPr>
          <a:xfrm>
            <a:off x="457200" y="6356520"/>
            <a:ext cx="213264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&lt;date/heure&gt;</a:t>
            </a:r>
            <a:endParaRPr b="0" lang="fr-CH" sz="1200" strike="noStrike" u="none">
              <a:solidFill>
                <a:srgbClr val="000000"/>
              </a:solidFill>
              <a:effectLst/>
              <a:uFillTx/>
              <a:latin typeface="Times New Roman"/>
            </a:endParaRPr>
          </a:p>
        </p:txBody>
      </p:sp>
      <p:sp>
        <p:nvSpPr>
          <p:cNvPr id="19" name="PlaceHolder 2"/>
          <p:cNvSpPr>
            <a:spLocks noGrp="1"/>
          </p:cNvSpPr>
          <p:nvPr>
            <p:ph type="ftr" idx="11"/>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CH" sz="1400" strike="noStrike" u="none">
                <a:solidFill>
                  <a:srgbClr val="000000"/>
                </a:solidFill>
                <a:effectLst/>
                <a:uFillTx/>
                <a:latin typeface="Times New Roman"/>
              </a:defRPr>
            </a:lvl1pPr>
          </a:lstStyle>
          <a:p>
            <a:pPr indent="0" algn="ctr">
              <a:lnSpc>
                <a:spcPct val="100000"/>
              </a:lnSpc>
              <a:buNone/>
              <a:tabLst>
                <a:tab algn="l" pos="0"/>
              </a:tabLst>
            </a:pPr>
            <a:r>
              <a:rPr b="0" lang="fr-CH" sz="1400" strike="noStrike" u="none">
                <a:solidFill>
                  <a:srgbClr val="000000"/>
                </a:solidFill>
                <a:effectLst/>
                <a:uFillTx/>
                <a:latin typeface="Times New Roman"/>
              </a:rPr>
              <a:t>&lt;pied de page&gt;</a:t>
            </a:r>
            <a:endParaRPr b="0" lang="fr-CH" sz="1400" strike="noStrike" u="none">
              <a:solidFill>
                <a:srgbClr val="000000"/>
              </a:solidFill>
              <a:effectLst/>
              <a:uFillTx/>
              <a:latin typeface="Times New Roman"/>
            </a:endParaRPr>
          </a:p>
        </p:txBody>
      </p:sp>
      <p:sp>
        <p:nvSpPr>
          <p:cNvPr id="20" name="PlaceHolder 3"/>
          <p:cNvSpPr>
            <a:spLocks noGrp="1"/>
          </p:cNvSpPr>
          <p:nvPr>
            <p:ph type="sldNum" idx="12"/>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6D45713A-AE1A-4FB6-A6BE-2F2496E50244}" type="slidenum">
              <a:rPr b="0" lang="en-US" sz="1200" strike="noStrike" u="none">
                <a:solidFill>
                  <a:schemeClr val="dk1">
                    <a:tint val="75000"/>
                  </a:schemeClr>
                </a:solidFill>
                <a:effectLst/>
                <a:uFillTx/>
                <a:latin typeface="Calibri"/>
              </a:rPr>
              <a:t>&lt;numéro&gt;</a:t>
            </a:fld>
            <a:endParaRPr b="0" lang="fr-CH" sz="12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72880"/>
            <a:ext cx="3007080" cy="1161000"/>
          </a:xfrm>
          <a:prstGeom prst="rect">
            <a:avLst/>
          </a:prstGeom>
          <a:noFill/>
          <a:ln w="0">
            <a:noFill/>
          </a:ln>
        </p:spPr>
        <p:txBody>
          <a:bodyPr lIns="91440" rIns="91440" tIns="45720" bIns="45720" anchor="b">
            <a:noAutofit/>
          </a:bodyPr>
          <a:p>
            <a:pPr indent="0" defTabSz="914400">
              <a:lnSpc>
                <a:spcPct val="100000"/>
              </a:lnSpc>
              <a:buNone/>
              <a:tabLst>
                <a:tab algn="l" pos="0"/>
              </a:tabLst>
            </a:pPr>
            <a:r>
              <a:rPr b="1" lang="en-US" sz="2000" strike="noStrike" u="none">
                <a:solidFill>
                  <a:schemeClr val="dk1"/>
                </a:solidFill>
                <a:effectLst/>
                <a:uFillTx/>
                <a:latin typeface="Calibri"/>
              </a:rPr>
              <a:t>Click to edit Master title style</a:t>
            </a:r>
            <a:endParaRPr b="0" lang="fr-CH" sz="2000" strike="noStrike" u="none">
              <a:solidFill>
                <a:srgbClr val="000000"/>
              </a:solidFill>
              <a:effectLst/>
              <a:uFillTx/>
              <a:latin typeface="Arial"/>
            </a:endParaRPr>
          </a:p>
        </p:txBody>
      </p:sp>
      <p:sp>
        <p:nvSpPr>
          <p:cNvPr id="22" name="PlaceHolder 2"/>
          <p:cNvSpPr>
            <a:spLocks noGrp="1"/>
          </p:cNvSpPr>
          <p:nvPr>
            <p:ph type="body"/>
          </p:nvPr>
        </p:nvSpPr>
        <p:spPr>
          <a:xfrm>
            <a:off x="3575160" y="272880"/>
            <a:ext cx="5110560" cy="585216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fr-CH" sz="3200" strike="noStrike" u="none">
              <a:solidFill>
                <a:srgbClr val="000000"/>
              </a:solidFill>
              <a:effectLst/>
              <a:uFillTx/>
              <a:latin typeface="Arial"/>
            </a:endParaRPr>
          </a:p>
          <a:p>
            <a:pPr lvl="1" marL="743040" indent="-285840" defTabSz="9144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fr-CH" sz="2800" strike="noStrike" u="none">
              <a:solidFill>
                <a:srgbClr val="000000"/>
              </a:solidFill>
              <a:effectLst/>
              <a:uFillTx/>
              <a:latin typeface="Arial"/>
            </a:endParaRPr>
          </a:p>
          <a:p>
            <a:pPr lvl="2" marL="1143000" indent="-22860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fr-CH" sz="2400" strike="noStrike" u="none">
              <a:solidFill>
                <a:srgbClr val="000000"/>
              </a:solidFill>
              <a:effectLst/>
              <a:uFillTx/>
              <a:latin typeface="Arial"/>
            </a:endParaRPr>
          </a:p>
          <a:p>
            <a:pPr lvl="3" marL="16002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fr-CH" sz="2000" strike="noStrike" u="none">
              <a:solidFill>
                <a:srgbClr val="000000"/>
              </a:solidFill>
              <a:effectLst/>
              <a:uFillTx/>
              <a:latin typeface="Arial"/>
            </a:endParaRPr>
          </a:p>
          <a:p>
            <a:pPr lvl="4" marL="20574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fr-CH" sz="2000" strike="noStrike" u="none">
              <a:solidFill>
                <a:srgbClr val="000000"/>
              </a:solidFill>
              <a:effectLst/>
              <a:uFillTx/>
              <a:latin typeface="Arial"/>
            </a:endParaRPr>
          </a:p>
        </p:txBody>
      </p:sp>
      <p:sp>
        <p:nvSpPr>
          <p:cNvPr id="23" name="PlaceHolder 3"/>
          <p:cNvSpPr>
            <a:spLocks noGrp="1"/>
          </p:cNvSpPr>
          <p:nvPr>
            <p:ph type="body"/>
          </p:nvPr>
        </p:nvSpPr>
        <p:spPr>
          <a:xfrm>
            <a:off x="457200" y="1434960"/>
            <a:ext cx="3007080" cy="469008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fr-CH" sz="1400" strike="noStrike" u="none">
              <a:solidFill>
                <a:srgbClr val="000000"/>
              </a:solidFill>
              <a:effectLst/>
              <a:uFillTx/>
              <a:latin typeface="Arial"/>
            </a:endParaRPr>
          </a:p>
        </p:txBody>
      </p:sp>
      <p:sp>
        <p:nvSpPr>
          <p:cNvPr id="24" name="PlaceHolder 4"/>
          <p:cNvSpPr>
            <a:spLocks noGrp="1"/>
          </p:cNvSpPr>
          <p:nvPr>
            <p:ph type="dt" idx="13"/>
          </p:nvPr>
        </p:nvSpPr>
        <p:spPr>
          <a:xfrm>
            <a:off x="457200" y="6356520"/>
            <a:ext cx="213264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&lt;date/heure&gt;</a:t>
            </a:r>
            <a:endParaRPr b="0" lang="fr-CH" sz="1200" strike="noStrike" u="none">
              <a:solidFill>
                <a:srgbClr val="000000"/>
              </a:solidFill>
              <a:effectLst/>
              <a:uFillTx/>
              <a:latin typeface="Times New Roman"/>
            </a:endParaRPr>
          </a:p>
        </p:txBody>
      </p:sp>
      <p:sp>
        <p:nvSpPr>
          <p:cNvPr id="25" name="PlaceHolder 5"/>
          <p:cNvSpPr>
            <a:spLocks noGrp="1"/>
          </p:cNvSpPr>
          <p:nvPr>
            <p:ph type="ftr" idx="14"/>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CH" sz="1400" strike="noStrike" u="none">
                <a:solidFill>
                  <a:srgbClr val="000000"/>
                </a:solidFill>
                <a:effectLst/>
                <a:uFillTx/>
                <a:latin typeface="Times New Roman"/>
              </a:defRPr>
            </a:lvl1pPr>
          </a:lstStyle>
          <a:p>
            <a:pPr indent="0" algn="ctr">
              <a:lnSpc>
                <a:spcPct val="100000"/>
              </a:lnSpc>
              <a:buNone/>
              <a:tabLst>
                <a:tab algn="l" pos="0"/>
              </a:tabLst>
            </a:pPr>
            <a:r>
              <a:rPr b="0" lang="fr-CH" sz="1400" strike="noStrike" u="none">
                <a:solidFill>
                  <a:srgbClr val="000000"/>
                </a:solidFill>
                <a:effectLst/>
                <a:uFillTx/>
                <a:latin typeface="Times New Roman"/>
              </a:rPr>
              <a:t>&lt;pied de page&gt;</a:t>
            </a:r>
            <a:endParaRPr b="0" lang="fr-CH" sz="1400" strike="noStrike" u="none">
              <a:solidFill>
                <a:srgbClr val="000000"/>
              </a:solidFill>
              <a:effectLst/>
              <a:uFillTx/>
              <a:latin typeface="Times New Roman"/>
            </a:endParaRPr>
          </a:p>
        </p:txBody>
      </p:sp>
      <p:sp>
        <p:nvSpPr>
          <p:cNvPr id="26" name="PlaceHolder 6"/>
          <p:cNvSpPr>
            <a:spLocks noGrp="1"/>
          </p:cNvSpPr>
          <p:nvPr>
            <p:ph type="sldNum" idx="15"/>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9828A51A-16A5-49C3-8A7C-C6F3B2758EE5}" type="slidenum">
              <a:rPr b="0" lang="en-US" sz="1200" strike="noStrike" u="none">
                <a:solidFill>
                  <a:schemeClr val="dk1">
                    <a:tint val="75000"/>
                  </a:schemeClr>
                </a:solidFill>
                <a:effectLst/>
                <a:uFillTx/>
                <a:latin typeface="Calibri"/>
              </a:rPr>
              <a:t>&lt;numéro&gt;</a:t>
            </a:fld>
            <a:endParaRPr b="0" lang="fr-CH" sz="12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1792440" y="4800600"/>
            <a:ext cx="5485320" cy="565560"/>
          </a:xfrm>
          <a:prstGeom prst="rect">
            <a:avLst/>
          </a:prstGeom>
          <a:noFill/>
          <a:ln w="0">
            <a:noFill/>
          </a:ln>
        </p:spPr>
        <p:txBody>
          <a:bodyPr lIns="91440" rIns="91440" tIns="45720" bIns="45720" anchor="b">
            <a:noAutofit/>
          </a:bodyPr>
          <a:p>
            <a:pPr indent="0" defTabSz="914400">
              <a:lnSpc>
                <a:spcPct val="100000"/>
              </a:lnSpc>
              <a:buNone/>
              <a:tabLst>
                <a:tab algn="l" pos="0"/>
              </a:tabLst>
            </a:pPr>
            <a:r>
              <a:rPr b="1" lang="en-US" sz="2000" strike="noStrike" u="none">
                <a:solidFill>
                  <a:schemeClr val="dk1"/>
                </a:solidFill>
                <a:effectLst/>
                <a:uFillTx/>
                <a:latin typeface="Calibri"/>
              </a:rPr>
              <a:t>Click to edit Master title style</a:t>
            </a:r>
            <a:endParaRPr b="0" lang="fr-CH" sz="2000" strike="noStrike" u="none">
              <a:solidFill>
                <a:srgbClr val="000000"/>
              </a:solidFill>
              <a:effectLst/>
              <a:uFillTx/>
              <a:latin typeface="Arial"/>
            </a:endParaRPr>
          </a:p>
        </p:txBody>
      </p:sp>
      <p:sp>
        <p:nvSpPr>
          <p:cNvPr id="28" name="PlaceHolder 2"/>
          <p:cNvSpPr>
            <a:spLocks noGrp="1"/>
          </p:cNvSpPr>
          <p:nvPr>
            <p:ph type="body"/>
          </p:nvPr>
        </p:nvSpPr>
        <p:spPr>
          <a:xfrm>
            <a:off x="1792440" y="612720"/>
            <a:ext cx="5485320" cy="4113720"/>
          </a:xfrm>
          <a:prstGeom prst="rect">
            <a:avLst/>
          </a:prstGeom>
          <a:noFill/>
          <a:ln w="0">
            <a:noFill/>
          </a:ln>
        </p:spPr>
        <p:txBody>
          <a:bodyPr lIns="90000" rIns="90000" tIns="45000" bIns="45000" anchor="t">
            <a:noAutofit/>
          </a:bodyPr>
          <a:p>
            <a:pPr marL="432000" indent="-324000">
              <a:lnSpc>
                <a:spcPct val="100000"/>
              </a:lnSpc>
              <a:spcBef>
                <a:spcPts val="1417"/>
              </a:spcBef>
              <a:buClr>
                <a:srgbClr val="000000"/>
              </a:buClr>
              <a:buSzPct val="45000"/>
              <a:buFont typeface="Wingdings" charset="2"/>
              <a:buChar char=""/>
            </a:pPr>
            <a:r>
              <a:rPr b="0" lang="en-US" sz="3200" strike="noStrike" u="none">
                <a:solidFill>
                  <a:schemeClr val="dk1"/>
                </a:solidFill>
                <a:effectLst/>
                <a:uFillTx/>
                <a:latin typeface="Calibri"/>
              </a:rPr>
              <a:t>Cliquez pour éditer le format du plan de texte</a:t>
            </a:r>
            <a:endParaRPr b="0" lang="fr-CH"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3200" strike="noStrike" u="none">
                <a:solidFill>
                  <a:schemeClr val="dk1"/>
                </a:solidFill>
                <a:effectLst/>
                <a:uFillTx/>
                <a:latin typeface="Calibri"/>
              </a:rPr>
              <a:t>Second niveau de plan</a:t>
            </a:r>
            <a:endParaRPr b="0" lang="fr-CH" sz="32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3200" strike="noStrike" u="none">
                <a:solidFill>
                  <a:schemeClr val="dk1"/>
                </a:solidFill>
                <a:effectLst/>
                <a:uFillTx/>
                <a:latin typeface="Calibri"/>
              </a:rPr>
              <a:t>Troisième niveau de plan</a:t>
            </a:r>
            <a:endParaRPr b="0" lang="fr-CH" sz="32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3200" strike="noStrike" u="none">
                <a:solidFill>
                  <a:schemeClr val="dk1"/>
                </a:solidFill>
                <a:effectLst/>
                <a:uFillTx/>
                <a:latin typeface="Calibri"/>
              </a:rPr>
              <a:t>Quatrième niveau de plan</a:t>
            </a:r>
            <a:endParaRPr b="0" lang="fr-CH" sz="32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3200" strike="noStrike" u="none">
                <a:solidFill>
                  <a:schemeClr val="dk1"/>
                </a:solidFill>
                <a:effectLst/>
                <a:uFillTx/>
                <a:latin typeface="Calibri"/>
              </a:rPr>
              <a:t>Cinquième niveau de plan</a:t>
            </a:r>
            <a:endParaRPr b="0" lang="fr-CH" sz="32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3200" strike="noStrike" u="none">
                <a:solidFill>
                  <a:schemeClr val="dk1"/>
                </a:solidFill>
                <a:effectLst/>
                <a:uFillTx/>
                <a:latin typeface="Calibri"/>
              </a:rPr>
              <a:t>Sixième niveau de plan</a:t>
            </a:r>
            <a:endParaRPr b="0" lang="fr-CH" sz="32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3200" strike="noStrike" u="none">
                <a:solidFill>
                  <a:schemeClr val="dk1"/>
                </a:solidFill>
                <a:effectLst/>
                <a:uFillTx/>
                <a:latin typeface="Calibri"/>
              </a:rPr>
              <a:t>Septième niveau de plan</a:t>
            </a:r>
            <a:endParaRPr b="0" lang="fr-CH" sz="3200" strike="noStrike" u="none">
              <a:solidFill>
                <a:srgbClr val="000000"/>
              </a:solidFill>
              <a:effectLst/>
              <a:uFillTx/>
              <a:latin typeface="Arial"/>
            </a:endParaRPr>
          </a:p>
        </p:txBody>
      </p:sp>
      <p:sp>
        <p:nvSpPr>
          <p:cNvPr id="29" name="PlaceHolder 3"/>
          <p:cNvSpPr>
            <a:spLocks noGrp="1"/>
          </p:cNvSpPr>
          <p:nvPr>
            <p:ph type="body"/>
          </p:nvPr>
        </p:nvSpPr>
        <p:spPr>
          <a:xfrm>
            <a:off x="1792440" y="5367240"/>
            <a:ext cx="5485320" cy="80388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fr-CH" sz="1400" strike="noStrike" u="none">
              <a:solidFill>
                <a:srgbClr val="000000"/>
              </a:solidFill>
              <a:effectLst/>
              <a:uFillTx/>
              <a:latin typeface="Arial"/>
            </a:endParaRPr>
          </a:p>
        </p:txBody>
      </p:sp>
      <p:sp>
        <p:nvSpPr>
          <p:cNvPr id="30" name="PlaceHolder 4"/>
          <p:cNvSpPr>
            <a:spLocks noGrp="1"/>
          </p:cNvSpPr>
          <p:nvPr>
            <p:ph type="dt" idx="16"/>
          </p:nvPr>
        </p:nvSpPr>
        <p:spPr>
          <a:xfrm>
            <a:off x="457200" y="6356520"/>
            <a:ext cx="213264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&lt;date/heure&gt;</a:t>
            </a:r>
            <a:endParaRPr b="0" lang="fr-CH" sz="1200" strike="noStrike" u="none">
              <a:solidFill>
                <a:srgbClr val="000000"/>
              </a:solidFill>
              <a:effectLst/>
              <a:uFillTx/>
              <a:latin typeface="Times New Roman"/>
            </a:endParaRPr>
          </a:p>
        </p:txBody>
      </p:sp>
      <p:sp>
        <p:nvSpPr>
          <p:cNvPr id="31" name="PlaceHolder 5"/>
          <p:cNvSpPr>
            <a:spLocks noGrp="1"/>
          </p:cNvSpPr>
          <p:nvPr>
            <p:ph type="ftr" idx="17"/>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CH" sz="1400" strike="noStrike" u="none">
                <a:solidFill>
                  <a:srgbClr val="000000"/>
                </a:solidFill>
                <a:effectLst/>
                <a:uFillTx/>
                <a:latin typeface="Times New Roman"/>
              </a:defRPr>
            </a:lvl1pPr>
          </a:lstStyle>
          <a:p>
            <a:pPr indent="0" algn="ctr">
              <a:lnSpc>
                <a:spcPct val="100000"/>
              </a:lnSpc>
              <a:buNone/>
              <a:tabLst>
                <a:tab algn="l" pos="0"/>
              </a:tabLst>
            </a:pPr>
            <a:r>
              <a:rPr b="0" lang="fr-CH" sz="1400" strike="noStrike" u="none">
                <a:solidFill>
                  <a:srgbClr val="000000"/>
                </a:solidFill>
                <a:effectLst/>
                <a:uFillTx/>
                <a:latin typeface="Times New Roman"/>
              </a:rPr>
              <a:t>&lt;pied de page&gt;</a:t>
            </a:r>
            <a:endParaRPr b="0" lang="fr-CH" sz="1400" strike="noStrike" u="none">
              <a:solidFill>
                <a:srgbClr val="000000"/>
              </a:solidFill>
              <a:effectLst/>
              <a:uFillTx/>
              <a:latin typeface="Times New Roman"/>
            </a:endParaRPr>
          </a:p>
        </p:txBody>
      </p:sp>
      <p:sp>
        <p:nvSpPr>
          <p:cNvPr id="32" name="PlaceHolder 6"/>
          <p:cNvSpPr>
            <a:spLocks noGrp="1"/>
          </p:cNvSpPr>
          <p:nvPr>
            <p:ph type="sldNum" idx="18"/>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C8834A80-BA16-4BAA-B9EA-7C2BB835FDBE}" type="slidenum">
              <a:rPr b="0" lang="en-US" sz="1200" strike="noStrike" u="none">
                <a:solidFill>
                  <a:schemeClr val="dk1">
                    <a:tint val="75000"/>
                  </a:schemeClr>
                </a:solidFill>
                <a:effectLst/>
                <a:uFillTx/>
                <a:latin typeface="Calibri"/>
              </a:rPr>
              <a:t>&lt;numéro&gt;</a:t>
            </a:fld>
            <a:endParaRPr b="0" lang="fr-CH" sz="12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685800" y="2130480"/>
            <a:ext cx="7771320" cy="146880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b="0" lang="en-US" sz="4400" strike="noStrike" u="none">
                <a:solidFill>
                  <a:schemeClr val="dk1"/>
                </a:solidFill>
                <a:effectLst/>
                <a:uFillTx/>
                <a:latin typeface="Calibri"/>
              </a:rPr>
              <a:t>Click to edit Master title style</a:t>
            </a:r>
            <a:endParaRPr b="0" lang="fr-CH" sz="4400" strike="noStrike" u="none">
              <a:solidFill>
                <a:srgbClr val="000000"/>
              </a:solidFill>
              <a:effectLst/>
              <a:uFillTx/>
              <a:latin typeface="Arial"/>
            </a:endParaRPr>
          </a:p>
        </p:txBody>
      </p:sp>
      <p:sp>
        <p:nvSpPr>
          <p:cNvPr id="34" name="PlaceHolder 2"/>
          <p:cNvSpPr>
            <a:spLocks noGrp="1"/>
          </p:cNvSpPr>
          <p:nvPr>
            <p:ph type="dt" idx="19"/>
          </p:nvPr>
        </p:nvSpPr>
        <p:spPr>
          <a:xfrm>
            <a:off x="457200" y="6356520"/>
            <a:ext cx="213264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&lt;date/heure&gt;</a:t>
            </a:r>
            <a:endParaRPr b="0" lang="fr-CH" sz="1200" strike="noStrike" u="none">
              <a:solidFill>
                <a:srgbClr val="000000"/>
              </a:solidFill>
              <a:effectLst/>
              <a:uFillTx/>
              <a:latin typeface="Times New Roman"/>
            </a:endParaRPr>
          </a:p>
        </p:txBody>
      </p:sp>
      <p:sp>
        <p:nvSpPr>
          <p:cNvPr id="35" name="PlaceHolder 3"/>
          <p:cNvSpPr>
            <a:spLocks noGrp="1"/>
          </p:cNvSpPr>
          <p:nvPr>
            <p:ph type="ftr" idx="20"/>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CH" sz="1400" strike="noStrike" u="none">
                <a:solidFill>
                  <a:srgbClr val="000000"/>
                </a:solidFill>
                <a:effectLst/>
                <a:uFillTx/>
                <a:latin typeface="Times New Roman"/>
              </a:defRPr>
            </a:lvl1pPr>
          </a:lstStyle>
          <a:p>
            <a:pPr indent="0" algn="ctr">
              <a:lnSpc>
                <a:spcPct val="100000"/>
              </a:lnSpc>
              <a:buNone/>
              <a:tabLst>
                <a:tab algn="l" pos="0"/>
              </a:tabLst>
            </a:pPr>
            <a:r>
              <a:rPr b="0" lang="fr-CH" sz="1400" strike="noStrike" u="none">
                <a:solidFill>
                  <a:srgbClr val="000000"/>
                </a:solidFill>
                <a:effectLst/>
                <a:uFillTx/>
                <a:latin typeface="Times New Roman"/>
              </a:rPr>
              <a:t>&lt;pied de page&gt;</a:t>
            </a:r>
            <a:endParaRPr b="0" lang="fr-CH" sz="1400" strike="noStrike" u="none">
              <a:solidFill>
                <a:srgbClr val="000000"/>
              </a:solidFill>
              <a:effectLst/>
              <a:uFillTx/>
              <a:latin typeface="Times New Roman"/>
            </a:endParaRPr>
          </a:p>
        </p:txBody>
      </p:sp>
      <p:sp>
        <p:nvSpPr>
          <p:cNvPr id="36" name="PlaceHolder 4"/>
          <p:cNvSpPr>
            <a:spLocks noGrp="1"/>
          </p:cNvSpPr>
          <p:nvPr>
            <p:ph type="sldNum" idx="21"/>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3CD92FD0-5361-4302-9459-D914B76F23D4}" type="slidenum">
              <a:rPr b="0" lang="en-US" sz="1200" strike="noStrike" u="none">
                <a:solidFill>
                  <a:schemeClr val="dk1">
                    <a:tint val="75000"/>
                  </a:schemeClr>
                </a:solidFill>
                <a:effectLst/>
                <a:uFillTx/>
                <a:latin typeface="Calibri"/>
              </a:rPr>
              <a:t>&lt;numéro&gt;</a:t>
            </a:fld>
            <a:endParaRPr b="0" lang="fr-CH" sz="12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8520" cy="114192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b="0" lang="en-US" sz="4400" strike="noStrike" u="none">
                <a:solidFill>
                  <a:schemeClr val="dk1"/>
                </a:solidFill>
                <a:effectLst/>
                <a:uFillTx/>
                <a:latin typeface="Calibri"/>
              </a:rPr>
              <a:t>Click to edit Master title style</a:t>
            </a:r>
            <a:endParaRPr b="0" lang="fr-CH" sz="4400" strike="noStrike" u="none">
              <a:solidFill>
                <a:srgbClr val="000000"/>
              </a:solidFill>
              <a:effectLst/>
              <a:uFillTx/>
              <a:latin typeface="Arial"/>
            </a:endParaRPr>
          </a:p>
        </p:txBody>
      </p:sp>
      <p:sp>
        <p:nvSpPr>
          <p:cNvPr id="38" name="PlaceHolder 2"/>
          <p:cNvSpPr>
            <a:spLocks noGrp="1"/>
          </p:cNvSpPr>
          <p:nvPr>
            <p:ph type="body"/>
          </p:nvPr>
        </p:nvSpPr>
        <p:spPr>
          <a:xfrm>
            <a:off x="457200" y="1600200"/>
            <a:ext cx="8228520" cy="452484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fr-CH" sz="3200" strike="noStrike" u="none">
              <a:solidFill>
                <a:srgbClr val="000000"/>
              </a:solidFill>
              <a:effectLst/>
              <a:uFillTx/>
              <a:latin typeface="Arial"/>
            </a:endParaRPr>
          </a:p>
          <a:p>
            <a:pPr lvl="1" marL="743040" indent="-285840" defTabSz="9144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fr-CH" sz="2800" strike="noStrike" u="none">
              <a:solidFill>
                <a:srgbClr val="000000"/>
              </a:solidFill>
              <a:effectLst/>
              <a:uFillTx/>
              <a:latin typeface="Arial"/>
            </a:endParaRPr>
          </a:p>
          <a:p>
            <a:pPr lvl="2" marL="1143000" indent="-22860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fr-CH" sz="2400" strike="noStrike" u="none">
              <a:solidFill>
                <a:srgbClr val="000000"/>
              </a:solidFill>
              <a:effectLst/>
              <a:uFillTx/>
              <a:latin typeface="Arial"/>
            </a:endParaRPr>
          </a:p>
          <a:p>
            <a:pPr lvl="3" marL="16002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fr-CH" sz="2000" strike="noStrike" u="none">
              <a:solidFill>
                <a:srgbClr val="000000"/>
              </a:solidFill>
              <a:effectLst/>
              <a:uFillTx/>
              <a:latin typeface="Arial"/>
            </a:endParaRPr>
          </a:p>
          <a:p>
            <a:pPr lvl="4" marL="20574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fr-CH" sz="2000" strike="noStrike" u="none">
              <a:solidFill>
                <a:srgbClr val="000000"/>
              </a:solidFill>
              <a:effectLst/>
              <a:uFillTx/>
              <a:latin typeface="Arial"/>
            </a:endParaRPr>
          </a:p>
        </p:txBody>
      </p:sp>
      <p:sp>
        <p:nvSpPr>
          <p:cNvPr id="39" name="PlaceHolder 3"/>
          <p:cNvSpPr>
            <a:spLocks noGrp="1"/>
          </p:cNvSpPr>
          <p:nvPr>
            <p:ph type="dt" idx="22"/>
          </p:nvPr>
        </p:nvSpPr>
        <p:spPr>
          <a:xfrm>
            <a:off x="457200" y="6356520"/>
            <a:ext cx="213264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&lt;date/heure&gt;</a:t>
            </a:r>
            <a:endParaRPr b="0" lang="fr-CH" sz="1200" strike="noStrike" u="none">
              <a:solidFill>
                <a:srgbClr val="000000"/>
              </a:solidFill>
              <a:effectLst/>
              <a:uFillTx/>
              <a:latin typeface="Times New Roman"/>
            </a:endParaRPr>
          </a:p>
        </p:txBody>
      </p:sp>
      <p:sp>
        <p:nvSpPr>
          <p:cNvPr id="40" name="PlaceHolder 4"/>
          <p:cNvSpPr>
            <a:spLocks noGrp="1"/>
          </p:cNvSpPr>
          <p:nvPr>
            <p:ph type="ftr" idx="23"/>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CH" sz="1400" strike="noStrike" u="none">
                <a:solidFill>
                  <a:srgbClr val="000000"/>
                </a:solidFill>
                <a:effectLst/>
                <a:uFillTx/>
                <a:latin typeface="Times New Roman"/>
              </a:defRPr>
            </a:lvl1pPr>
          </a:lstStyle>
          <a:p>
            <a:pPr indent="0" algn="ctr">
              <a:lnSpc>
                <a:spcPct val="100000"/>
              </a:lnSpc>
              <a:buNone/>
              <a:tabLst>
                <a:tab algn="l" pos="0"/>
              </a:tabLst>
            </a:pPr>
            <a:r>
              <a:rPr b="0" lang="fr-CH" sz="1400" strike="noStrike" u="none">
                <a:solidFill>
                  <a:srgbClr val="000000"/>
                </a:solidFill>
                <a:effectLst/>
                <a:uFillTx/>
                <a:latin typeface="Times New Roman"/>
              </a:rPr>
              <a:t>&lt;pied de page&gt;</a:t>
            </a:r>
            <a:endParaRPr b="0" lang="fr-CH" sz="1400" strike="noStrike" u="none">
              <a:solidFill>
                <a:srgbClr val="000000"/>
              </a:solidFill>
              <a:effectLst/>
              <a:uFillTx/>
              <a:latin typeface="Times New Roman"/>
            </a:endParaRPr>
          </a:p>
        </p:txBody>
      </p:sp>
      <p:sp>
        <p:nvSpPr>
          <p:cNvPr id="41" name="PlaceHolder 5"/>
          <p:cNvSpPr>
            <a:spLocks noGrp="1"/>
          </p:cNvSpPr>
          <p:nvPr>
            <p:ph type="sldNum" idx="24"/>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C8215C66-D705-4B0C-8E34-4AF31BB54439}" type="slidenum">
              <a:rPr b="0" lang="en-US" sz="1200" strike="noStrike" u="none">
                <a:solidFill>
                  <a:schemeClr val="dk1">
                    <a:tint val="75000"/>
                  </a:schemeClr>
                </a:solidFill>
                <a:effectLst/>
                <a:uFillTx/>
                <a:latin typeface="Calibri"/>
              </a:rPr>
              <a:t>&lt;numéro&gt;</a:t>
            </a:fld>
            <a:endParaRPr b="0" lang="fr-CH" sz="12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6629400" y="274680"/>
            <a:ext cx="2056320" cy="5850360"/>
          </a:xfrm>
          <a:prstGeom prst="rect">
            <a:avLst/>
          </a:prstGeom>
          <a:noFill/>
          <a:ln w="0">
            <a:noFill/>
          </a:ln>
        </p:spPr>
        <p:txBody>
          <a:bodyPr lIns="91440" rIns="91440" tIns="45720" bIns="45720" anchor="ctr" vert="eaVert">
            <a:noAutofit/>
          </a:bodyPr>
          <a:p>
            <a:pPr indent="0" algn="ctr" defTabSz="914400">
              <a:lnSpc>
                <a:spcPct val="100000"/>
              </a:lnSpc>
              <a:buNone/>
              <a:tabLst>
                <a:tab algn="l" pos="0"/>
              </a:tabLst>
            </a:pPr>
            <a:r>
              <a:rPr b="0" lang="en-US" sz="4400" strike="noStrike" u="none">
                <a:solidFill>
                  <a:schemeClr val="dk1"/>
                </a:solidFill>
                <a:effectLst/>
                <a:uFillTx/>
                <a:latin typeface="Calibri"/>
              </a:rPr>
              <a:t>Click to edit Master title style</a:t>
            </a:r>
            <a:endParaRPr b="0" lang="fr-CH" sz="4400" strike="noStrike" u="none">
              <a:solidFill>
                <a:srgbClr val="000000"/>
              </a:solidFill>
              <a:effectLst/>
              <a:uFillTx/>
              <a:latin typeface="Arial"/>
            </a:endParaRPr>
          </a:p>
        </p:txBody>
      </p:sp>
      <p:sp>
        <p:nvSpPr>
          <p:cNvPr id="43" name="PlaceHolder 2"/>
          <p:cNvSpPr>
            <a:spLocks noGrp="1"/>
          </p:cNvSpPr>
          <p:nvPr>
            <p:ph type="body"/>
          </p:nvPr>
        </p:nvSpPr>
        <p:spPr>
          <a:xfrm>
            <a:off x="457200" y="274680"/>
            <a:ext cx="6018840" cy="585036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fr-CH" sz="3200" strike="noStrike" u="none">
              <a:solidFill>
                <a:srgbClr val="000000"/>
              </a:solidFill>
              <a:effectLst/>
              <a:uFillTx/>
              <a:latin typeface="Arial"/>
            </a:endParaRPr>
          </a:p>
          <a:p>
            <a:pPr lvl="1" marL="743040" indent="-285840" defTabSz="9144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fr-CH" sz="2800" strike="noStrike" u="none">
              <a:solidFill>
                <a:srgbClr val="000000"/>
              </a:solidFill>
              <a:effectLst/>
              <a:uFillTx/>
              <a:latin typeface="Arial"/>
            </a:endParaRPr>
          </a:p>
          <a:p>
            <a:pPr lvl="2" marL="1143000" indent="-22860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fr-CH" sz="2400" strike="noStrike" u="none">
              <a:solidFill>
                <a:srgbClr val="000000"/>
              </a:solidFill>
              <a:effectLst/>
              <a:uFillTx/>
              <a:latin typeface="Arial"/>
            </a:endParaRPr>
          </a:p>
          <a:p>
            <a:pPr lvl="3" marL="16002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fr-CH" sz="2000" strike="noStrike" u="none">
              <a:solidFill>
                <a:srgbClr val="000000"/>
              </a:solidFill>
              <a:effectLst/>
              <a:uFillTx/>
              <a:latin typeface="Arial"/>
            </a:endParaRPr>
          </a:p>
          <a:p>
            <a:pPr lvl="4" marL="20574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fr-CH" sz="2000" strike="noStrike" u="none">
              <a:solidFill>
                <a:srgbClr val="000000"/>
              </a:solidFill>
              <a:effectLst/>
              <a:uFillTx/>
              <a:latin typeface="Arial"/>
            </a:endParaRPr>
          </a:p>
        </p:txBody>
      </p:sp>
      <p:sp>
        <p:nvSpPr>
          <p:cNvPr id="44" name="PlaceHolder 3"/>
          <p:cNvSpPr>
            <a:spLocks noGrp="1"/>
          </p:cNvSpPr>
          <p:nvPr>
            <p:ph type="dt" idx="25"/>
          </p:nvPr>
        </p:nvSpPr>
        <p:spPr>
          <a:xfrm>
            <a:off x="457200" y="6356520"/>
            <a:ext cx="213264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&lt;date/heure&gt;</a:t>
            </a:r>
            <a:endParaRPr b="0" lang="fr-CH" sz="1200" strike="noStrike" u="none">
              <a:solidFill>
                <a:srgbClr val="000000"/>
              </a:solidFill>
              <a:effectLst/>
              <a:uFillTx/>
              <a:latin typeface="Times New Roman"/>
            </a:endParaRPr>
          </a:p>
        </p:txBody>
      </p:sp>
      <p:sp>
        <p:nvSpPr>
          <p:cNvPr id="45" name="PlaceHolder 4"/>
          <p:cNvSpPr>
            <a:spLocks noGrp="1"/>
          </p:cNvSpPr>
          <p:nvPr>
            <p:ph type="ftr" idx="26"/>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CH" sz="1400" strike="noStrike" u="none">
                <a:solidFill>
                  <a:srgbClr val="000000"/>
                </a:solidFill>
                <a:effectLst/>
                <a:uFillTx/>
                <a:latin typeface="Times New Roman"/>
              </a:defRPr>
            </a:lvl1pPr>
          </a:lstStyle>
          <a:p>
            <a:pPr indent="0" algn="ctr">
              <a:lnSpc>
                <a:spcPct val="100000"/>
              </a:lnSpc>
              <a:buNone/>
              <a:tabLst>
                <a:tab algn="l" pos="0"/>
              </a:tabLst>
            </a:pPr>
            <a:r>
              <a:rPr b="0" lang="fr-CH" sz="1400" strike="noStrike" u="none">
                <a:solidFill>
                  <a:srgbClr val="000000"/>
                </a:solidFill>
                <a:effectLst/>
                <a:uFillTx/>
                <a:latin typeface="Times New Roman"/>
              </a:rPr>
              <a:t>&lt;pied de page&gt;</a:t>
            </a:r>
            <a:endParaRPr b="0" lang="fr-CH" sz="1400" strike="noStrike" u="none">
              <a:solidFill>
                <a:srgbClr val="000000"/>
              </a:solidFill>
              <a:effectLst/>
              <a:uFillTx/>
              <a:latin typeface="Times New Roman"/>
            </a:endParaRPr>
          </a:p>
        </p:txBody>
      </p:sp>
      <p:sp>
        <p:nvSpPr>
          <p:cNvPr id="46" name="PlaceHolder 5"/>
          <p:cNvSpPr>
            <a:spLocks noGrp="1"/>
          </p:cNvSpPr>
          <p:nvPr>
            <p:ph type="sldNum" idx="27"/>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33D0AA91-C3C2-4490-9569-823E5CBBF905}" type="slidenum">
              <a:rPr b="0" lang="en-US" sz="1200" strike="noStrike" u="none">
                <a:solidFill>
                  <a:schemeClr val="dk1">
                    <a:tint val="75000"/>
                  </a:schemeClr>
                </a:solidFill>
                <a:effectLst/>
                <a:uFillTx/>
                <a:latin typeface="Calibri"/>
              </a:rPr>
              <a:t>&lt;numéro&gt;</a:t>
            </a:fld>
            <a:endParaRPr b="0" lang="fr-CH" sz="12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8520" cy="1141920"/>
          </a:xfrm>
          <a:prstGeom prst="rect">
            <a:avLst/>
          </a:prstGeom>
          <a:noFill/>
          <a:ln w="0">
            <a:noFill/>
          </a:ln>
        </p:spPr>
        <p:txBody>
          <a:bodyPr lIns="91440" rIns="91440" tIns="45720" bIns="45720" anchor="ctr">
            <a:noAutofit/>
          </a:bodyPr>
          <a:p>
            <a:pPr indent="0" algn="ctr" defTabSz="914400">
              <a:lnSpc>
                <a:spcPct val="100000"/>
              </a:lnSpc>
              <a:buNone/>
              <a:tabLst>
                <a:tab algn="l" pos="0"/>
              </a:tabLst>
            </a:pPr>
            <a:r>
              <a:rPr b="0" lang="en-US" sz="4400" strike="noStrike" u="none">
                <a:solidFill>
                  <a:schemeClr val="dk1"/>
                </a:solidFill>
                <a:effectLst/>
                <a:uFillTx/>
                <a:latin typeface="Calibri"/>
              </a:rPr>
              <a:t>Click to edit Master title style</a:t>
            </a:r>
            <a:endParaRPr b="0" lang="fr-CH" sz="4400" strike="noStrike" u="none">
              <a:solidFill>
                <a:srgbClr val="000000"/>
              </a:solidFill>
              <a:effectLst/>
              <a:uFillTx/>
              <a:latin typeface="Arial"/>
            </a:endParaRPr>
          </a:p>
        </p:txBody>
      </p:sp>
      <p:sp>
        <p:nvSpPr>
          <p:cNvPr id="48" name="PlaceHolder 2"/>
          <p:cNvSpPr>
            <a:spLocks noGrp="1"/>
          </p:cNvSpPr>
          <p:nvPr>
            <p:ph type="body"/>
          </p:nvPr>
        </p:nvSpPr>
        <p:spPr>
          <a:xfrm>
            <a:off x="457200" y="1600200"/>
            <a:ext cx="8228520" cy="452484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b="0" lang="en-US" sz="3200" strike="noStrike" u="none">
                <a:solidFill>
                  <a:schemeClr val="dk1"/>
                </a:solidFill>
                <a:effectLst/>
                <a:uFillTx/>
                <a:latin typeface="Calibri"/>
              </a:rPr>
              <a:t>Click to edit Master text styles</a:t>
            </a:r>
            <a:endParaRPr b="0" lang="fr-CH" sz="3200" strike="noStrike" u="none">
              <a:solidFill>
                <a:srgbClr val="000000"/>
              </a:solidFill>
              <a:effectLst/>
              <a:uFillTx/>
              <a:latin typeface="Arial"/>
            </a:endParaRPr>
          </a:p>
          <a:p>
            <a:pPr lvl="1" marL="743040" indent="-285840" defTabSz="914400">
              <a:lnSpc>
                <a:spcPct val="100000"/>
              </a:lnSpc>
              <a:spcBef>
                <a:spcPts val="561"/>
              </a:spcBef>
              <a:buClr>
                <a:srgbClr val="000000"/>
              </a:buClr>
              <a:buFont typeface="Arial"/>
              <a:buChar char="–"/>
            </a:pPr>
            <a:r>
              <a:rPr b="0" lang="en-US" sz="2800" strike="noStrike" u="none">
                <a:solidFill>
                  <a:schemeClr val="dk1"/>
                </a:solidFill>
                <a:effectLst/>
                <a:uFillTx/>
                <a:latin typeface="Calibri"/>
              </a:rPr>
              <a:t>Second level</a:t>
            </a:r>
            <a:endParaRPr b="0" lang="fr-CH" sz="2800" strike="noStrike" u="none">
              <a:solidFill>
                <a:srgbClr val="000000"/>
              </a:solidFill>
              <a:effectLst/>
              <a:uFillTx/>
              <a:latin typeface="Arial"/>
            </a:endParaRPr>
          </a:p>
          <a:p>
            <a:pPr lvl="2" marL="1143000" indent="-22860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Third level</a:t>
            </a:r>
            <a:endParaRPr b="0" lang="fr-CH" sz="2400" strike="noStrike" u="none">
              <a:solidFill>
                <a:srgbClr val="000000"/>
              </a:solidFill>
              <a:effectLst/>
              <a:uFillTx/>
              <a:latin typeface="Arial"/>
            </a:endParaRPr>
          </a:p>
          <a:p>
            <a:pPr lvl="3" marL="16002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fr-CH" sz="2000" strike="noStrike" u="none">
              <a:solidFill>
                <a:srgbClr val="000000"/>
              </a:solidFill>
              <a:effectLst/>
              <a:uFillTx/>
              <a:latin typeface="Arial"/>
            </a:endParaRPr>
          </a:p>
          <a:p>
            <a:pPr lvl="4" marL="20574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fr-CH" sz="2000" strike="noStrike" u="none">
              <a:solidFill>
                <a:srgbClr val="000000"/>
              </a:solidFill>
              <a:effectLst/>
              <a:uFillTx/>
              <a:latin typeface="Arial"/>
            </a:endParaRPr>
          </a:p>
        </p:txBody>
      </p:sp>
      <p:sp>
        <p:nvSpPr>
          <p:cNvPr id="49" name="PlaceHolder 3"/>
          <p:cNvSpPr>
            <a:spLocks noGrp="1"/>
          </p:cNvSpPr>
          <p:nvPr>
            <p:ph type="dt" idx="28"/>
          </p:nvPr>
        </p:nvSpPr>
        <p:spPr>
          <a:xfrm>
            <a:off x="457200" y="6356520"/>
            <a:ext cx="213264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&lt;date/heure&gt;</a:t>
            </a:r>
            <a:endParaRPr b="0" lang="fr-CH" sz="1200" strike="noStrike" u="none">
              <a:solidFill>
                <a:srgbClr val="000000"/>
              </a:solidFill>
              <a:effectLst/>
              <a:uFillTx/>
              <a:latin typeface="Times New Roman"/>
            </a:endParaRPr>
          </a:p>
        </p:txBody>
      </p:sp>
      <p:sp>
        <p:nvSpPr>
          <p:cNvPr id="50" name="PlaceHolder 4"/>
          <p:cNvSpPr>
            <a:spLocks noGrp="1"/>
          </p:cNvSpPr>
          <p:nvPr>
            <p:ph type="ftr" idx="29"/>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CH" sz="1400" strike="noStrike" u="none">
                <a:solidFill>
                  <a:srgbClr val="000000"/>
                </a:solidFill>
                <a:effectLst/>
                <a:uFillTx/>
                <a:latin typeface="Times New Roman"/>
              </a:defRPr>
            </a:lvl1pPr>
          </a:lstStyle>
          <a:p>
            <a:pPr indent="0" algn="ctr">
              <a:lnSpc>
                <a:spcPct val="100000"/>
              </a:lnSpc>
              <a:buNone/>
              <a:tabLst>
                <a:tab algn="l" pos="0"/>
              </a:tabLst>
            </a:pPr>
            <a:r>
              <a:rPr b="0" lang="fr-CH" sz="1400" strike="noStrike" u="none">
                <a:solidFill>
                  <a:srgbClr val="000000"/>
                </a:solidFill>
                <a:effectLst/>
                <a:uFillTx/>
                <a:latin typeface="Times New Roman"/>
              </a:rPr>
              <a:t>&lt;pied de page&gt;</a:t>
            </a:r>
            <a:endParaRPr b="0" lang="fr-CH" sz="1400" strike="noStrike" u="none">
              <a:solidFill>
                <a:srgbClr val="000000"/>
              </a:solidFill>
              <a:effectLst/>
              <a:uFillTx/>
              <a:latin typeface="Times New Roman"/>
            </a:endParaRPr>
          </a:p>
        </p:txBody>
      </p:sp>
      <p:sp>
        <p:nvSpPr>
          <p:cNvPr id="51" name="PlaceHolder 5"/>
          <p:cNvSpPr>
            <a:spLocks noGrp="1"/>
          </p:cNvSpPr>
          <p:nvPr>
            <p:ph type="sldNum" idx="30"/>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6EAE961B-FCEE-4A42-ACE6-96AF8E0186F4}" type="slidenum">
              <a:rPr b="0" lang="en-US" sz="1200" strike="noStrike" u="none">
                <a:solidFill>
                  <a:schemeClr val="dk1">
                    <a:tint val="75000"/>
                  </a:schemeClr>
                </a:solidFill>
                <a:effectLst/>
                <a:uFillTx/>
                <a:latin typeface="Calibri"/>
              </a:rPr>
              <a:t>&lt;numéro&gt;</a:t>
            </a:fld>
            <a:endParaRPr b="0" lang="fr-CH" sz="12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722160" y="4406760"/>
            <a:ext cx="7771320" cy="1361160"/>
          </a:xfrm>
          <a:prstGeom prst="rect">
            <a:avLst/>
          </a:prstGeom>
          <a:noFill/>
          <a:ln w="0">
            <a:noFill/>
          </a:ln>
        </p:spPr>
        <p:txBody>
          <a:bodyPr lIns="91440" rIns="91440" tIns="45720" bIns="45720" anchor="t">
            <a:noAutofit/>
          </a:bodyPr>
          <a:p>
            <a:pPr indent="0" defTabSz="914400">
              <a:lnSpc>
                <a:spcPct val="100000"/>
              </a:lnSpc>
              <a:buNone/>
              <a:tabLst>
                <a:tab algn="l" pos="0"/>
              </a:tabLst>
            </a:pPr>
            <a:r>
              <a:rPr b="1" lang="en-US" sz="4000" strike="noStrike" u="none" cap="all">
                <a:solidFill>
                  <a:schemeClr val="dk1"/>
                </a:solidFill>
                <a:effectLst/>
                <a:uFillTx/>
                <a:latin typeface="Calibri"/>
              </a:rPr>
              <a:t>Click to edit Master title style</a:t>
            </a:r>
            <a:endParaRPr b="0" lang="fr-CH" sz="4000" strike="noStrike" u="none">
              <a:solidFill>
                <a:srgbClr val="000000"/>
              </a:solidFill>
              <a:effectLst/>
              <a:uFillTx/>
              <a:latin typeface="Arial"/>
            </a:endParaRPr>
          </a:p>
        </p:txBody>
      </p:sp>
      <p:sp>
        <p:nvSpPr>
          <p:cNvPr id="53" name="PlaceHolder 2"/>
          <p:cNvSpPr>
            <a:spLocks noGrp="1"/>
          </p:cNvSpPr>
          <p:nvPr>
            <p:ph type="body"/>
          </p:nvPr>
        </p:nvSpPr>
        <p:spPr>
          <a:xfrm>
            <a:off x="722160" y="2906640"/>
            <a:ext cx="7771320" cy="1499040"/>
          </a:xfrm>
          <a:prstGeom prst="rect">
            <a:avLst/>
          </a:prstGeom>
          <a:noFill/>
          <a:ln w="0">
            <a:noFill/>
          </a:ln>
        </p:spPr>
        <p:txBody>
          <a:bodyPr lIns="91440" rIns="91440" tIns="45720" bIns="45720" anchor="b">
            <a:noAutofit/>
          </a:bodyPr>
          <a:p>
            <a:pPr indent="0" defTabSz="914400">
              <a:lnSpc>
                <a:spcPct val="100000"/>
              </a:lnSpc>
              <a:spcBef>
                <a:spcPts val="400"/>
              </a:spcBef>
              <a:buNone/>
              <a:tabLst>
                <a:tab algn="l" pos="0"/>
              </a:tabLst>
            </a:pPr>
            <a:r>
              <a:rPr b="0" lang="en-US" sz="2000" strike="noStrike" u="none">
                <a:solidFill>
                  <a:schemeClr val="dk1">
                    <a:tint val="75000"/>
                  </a:schemeClr>
                </a:solidFill>
                <a:effectLst/>
                <a:uFillTx/>
                <a:latin typeface="Calibri"/>
              </a:rPr>
              <a:t>Click to edit Master text styles</a:t>
            </a:r>
            <a:endParaRPr b="0" lang="fr-CH" sz="2000" strike="noStrike" u="none">
              <a:solidFill>
                <a:srgbClr val="000000"/>
              </a:solidFill>
              <a:effectLst/>
              <a:uFillTx/>
              <a:latin typeface="Arial"/>
            </a:endParaRPr>
          </a:p>
        </p:txBody>
      </p:sp>
      <p:sp>
        <p:nvSpPr>
          <p:cNvPr id="54" name="PlaceHolder 3"/>
          <p:cNvSpPr>
            <a:spLocks noGrp="1"/>
          </p:cNvSpPr>
          <p:nvPr>
            <p:ph type="dt" idx="31"/>
          </p:nvPr>
        </p:nvSpPr>
        <p:spPr>
          <a:xfrm>
            <a:off x="457200" y="6356520"/>
            <a:ext cx="213264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defTabSz="914400">
              <a:lnSpc>
                <a:spcPct val="100000"/>
              </a:lnSpc>
              <a:buNone/>
              <a:tabLst>
                <a:tab algn="l" pos="0"/>
              </a:tabLst>
            </a:pPr>
            <a:r>
              <a:rPr b="0" lang="en-US" sz="1200" strike="noStrike" u="none">
                <a:solidFill>
                  <a:schemeClr val="dk1">
                    <a:tint val="75000"/>
                  </a:schemeClr>
                </a:solidFill>
                <a:effectLst/>
                <a:uFillTx/>
                <a:latin typeface="Calibri"/>
              </a:rPr>
              <a:t>&lt;date/heure&gt;</a:t>
            </a:r>
            <a:endParaRPr b="0" lang="fr-CH" sz="1200" strike="noStrike" u="none">
              <a:solidFill>
                <a:srgbClr val="000000"/>
              </a:solidFill>
              <a:effectLst/>
              <a:uFillTx/>
              <a:latin typeface="Times New Roman"/>
            </a:endParaRPr>
          </a:p>
        </p:txBody>
      </p:sp>
      <p:sp>
        <p:nvSpPr>
          <p:cNvPr id="55" name="PlaceHolder 4"/>
          <p:cNvSpPr>
            <a:spLocks noGrp="1"/>
          </p:cNvSpPr>
          <p:nvPr>
            <p:ph type="ftr" idx="32"/>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CH" sz="1400" strike="noStrike" u="none">
                <a:solidFill>
                  <a:srgbClr val="000000"/>
                </a:solidFill>
                <a:effectLst/>
                <a:uFillTx/>
                <a:latin typeface="Times New Roman"/>
              </a:defRPr>
            </a:lvl1pPr>
          </a:lstStyle>
          <a:p>
            <a:pPr indent="0" algn="ctr">
              <a:lnSpc>
                <a:spcPct val="100000"/>
              </a:lnSpc>
              <a:buNone/>
              <a:tabLst>
                <a:tab algn="l" pos="0"/>
              </a:tabLst>
            </a:pPr>
            <a:r>
              <a:rPr b="0" lang="fr-CH" sz="1400" strike="noStrike" u="none">
                <a:solidFill>
                  <a:srgbClr val="000000"/>
                </a:solidFill>
                <a:effectLst/>
                <a:uFillTx/>
                <a:latin typeface="Times New Roman"/>
              </a:rPr>
              <a:t>&lt;pied de page&gt;</a:t>
            </a:r>
            <a:endParaRPr b="0" lang="fr-CH" sz="1400" strike="noStrike" u="none">
              <a:solidFill>
                <a:srgbClr val="000000"/>
              </a:solidFill>
              <a:effectLst/>
              <a:uFillTx/>
              <a:latin typeface="Times New Roman"/>
            </a:endParaRPr>
          </a:p>
        </p:txBody>
      </p:sp>
      <p:sp>
        <p:nvSpPr>
          <p:cNvPr id="56" name="PlaceHolder 5"/>
          <p:cNvSpPr>
            <a:spLocks noGrp="1"/>
          </p:cNvSpPr>
          <p:nvPr>
            <p:ph type="sldNum" idx="33"/>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trike="noStrike" u="none">
                <a:solidFill>
                  <a:schemeClr val="dk1">
                    <a:tint val="75000"/>
                  </a:schemeClr>
                </a:solidFill>
                <a:effectLst/>
                <a:uFillTx/>
                <a:latin typeface="Calibri"/>
              </a:defRPr>
            </a:lvl1pPr>
          </a:lstStyle>
          <a:p>
            <a:pPr indent="0" algn="r" defTabSz="914400">
              <a:lnSpc>
                <a:spcPct val="100000"/>
              </a:lnSpc>
              <a:buNone/>
              <a:tabLst>
                <a:tab algn="l" pos="0"/>
              </a:tabLst>
            </a:pPr>
            <a:fld id="{3F81541E-7820-47F5-A24D-D8E2CA57E827}" type="slidenum">
              <a:rPr b="0" lang="en-US" sz="1200" strike="noStrike" u="none">
                <a:solidFill>
                  <a:schemeClr val="dk1">
                    <a:tint val="75000"/>
                  </a:schemeClr>
                </a:solidFill>
                <a:effectLst/>
                <a:uFillTx/>
                <a:latin typeface="Calibri"/>
              </a:rPr>
              <a:t>&lt;numéro&gt;</a:t>
            </a:fld>
            <a:endParaRPr b="0" lang="fr-CH" sz="12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4.png"/><Relationship Id="rId5" Type="http://schemas.openxmlformats.org/officeDocument/2006/relationships/image" Target="../media/image5.svg"/><Relationship Id="rId6" Type="http://schemas.openxmlformats.org/officeDocument/2006/relationships/image" Target="../media/image6.png"/><Relationship Id="rId7" Type="http://schemas.openxmlformats.org/officeDocument/2006/relationships/image" Target="../media/image7.svg"/><Relationship Id="rId8"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7" name="Group 2"/>
          <p:cNvGrpSpPr/>
          <p:nvPr/>
        </p:nvGrpSpPr>
        <p:grpSpPr>
          <a:xfrm>
            <a:off x="407160" y="325800"/>
            <a:ext cx="1289880" cy="1505520"/>
            <a:chOff x="407160" y="325800"/>
            <a:chExt cx="1289880" cy="1505520"/>
          </a:xfrm>
        </p:grpSpPr>
        <p:sp>
          <p:nvSpPr>
            <p:cNvPr id="58" name="Freeform 3"/>
            <p:cNvSpPr/>
            <p:nvPr/>
          </p:nvSpPr>
          <p:spPr>
            <a:xfrm>
              <a:off x="407160" y="325800"/>
              <a:ext cx="1289880" cy="1505520"/>
            </a:xfrm>
            <a:custGeom>
              <a:avLst/>
              <a:gdLst>
                <a:gd name="textAreaLeft" fmla="*/ 0 w 1289880"/>
                <a:gd name="textAreaRight" fmla="*/ 1290960 w 1289880"/>
                <a:gd name="textAreaTop" fmla="*/ 0 h 1505520"/>
                <a:gd name="textAreaBottom" fmla="*/ 1506600 h 1505520"/>
              </a:gdLst>
              <a:ahLst/>
              <a:cxnLst/>
              <a:rect l="textAreaLeft" t="textAreaTop" r="textAreaRight" b="textAreaBottom"/>
              <a:pathLst>
                <a:path w="696466" h="812800">
                  <a:moveTo>
                    <a:pt x="0" y="0"/>
                  </a:moveTo>
                  <a:lnTo>
                    <a:pt x="696466" y="0"/>
                  </a:lnTo>
                  <a:lnTo>
                    <a:pt x="696466" y="812800"/>
                  </a:lnTo>
                  <a:lnTo>
                    <a:pt x="0" y="81280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fr-CH" sz="1800" strike="noStrike" u="none">
                <a:solidFill>
                  <a:srgbClr val="000000"/>
                </a:solidFill>
                <a:effectLst/>
                <a:uFillTx/>
                <a:latin typeface="Arial"/>
              </a:endParaRPr>
            </a:p>
          </p:txBody>
        </p:sp>
      </p:grpSp>
      <p:sp>
        <p:nvSpPr>
          <p:cNvPr id="59" name="Freeform 4"/>
          <p:cNvSpPr/>
          <p:nvPr/>
        </p:nvSpPr>
        <p:spPr>
          <a:xfrm>
            <a:off x="5148720" y="631800"/>
            <a:ext cx="165240" cy="98640"/>
          </a:xfrm>
          <a:custGeom>
            <a:avLst/>
            <a:gdLst>
              <a:gd name="textAreaLeft" fmla="*/ 0 w 165240"/>
              <a:gd name="textAreaRight" fmla="*/ 166320 w 165240"/>
              <a:gd name="textAreaTop" fmla="*/ 0 h 98640"/>
              <a:gd name="textAreaBottom" fmla="*/ 99720 h 98640"/>
            </a:gdLst>
            <a:ahLst/>
            <a:cxnLst/>
            <a:rect l="textAreaLeft" t="textAreaTop" r="textAreaRight" b="textAreaBottom"/>
            <a:pathLst>
              <a:path w="166461" h="99876">
                <a:moveTo>
                  <a:pt x="0" y="0"/>
                </a:moveTo>
                <a:lnTo>
                  <a:pt x="166460" y="0"/>
                </a:lnTo>
                <a:lnTo>
                  <a:pt x="166460" y="99876"/>
                </a:lnTo>
                <a:lnTo>
                  <a:pt x="0" y="99876"/>
                </a:lnTo>
                <a:lnTo>
                  <a:pt x="0" y="0"/>
                </a:lnTo>
                <a:close/>
              </a:path>
            </a:pathLst>
          </a:custGeom>
          <a:blipFill rotWithShape="0">
            <a:blip r:embed="rId2">
              <a:extLst>
                <a:ext uri="{96DAC541-7B7A-43D3-8B79-37D633B846F1}">
                  <asvg:svgBlip xmlns:asvg="http://schemas.microsoft.com/office/drawing/2016/SVG/main" r:embed="rId3"/>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fr-CH" sz="1800" strike="noStrike" u="none">
              <a:solidFill>
                <a:srgbClr val="000000"/>
              </a:solidFill>
              <a:effectLst/>
              <a:uFillTx/>
              <a:latin typeface="Arial"/>
            </a:endParaRPr>
          </a:p>
        </p:txBody>
      </p:sp>
      <p:sp>
        <p:nvSpPr>
          <p:cNvPr id="60" name="Freeform 5"/>
          <p:cNvSpPr/>
          <p:nvPr/>
        </p:nvSpPr>
        <p:spPr>
          <a:xfrm>
            <a:off x="5180400" y="874080"/>
            <a:ext cx="102240" cy="140400"/>
          </a:xfrm>
          <a:custGeom>
            <a:avLst/>
            <a:gdLst>
              <a:gd name="textAreaLeft" fmla="*/ 0 w 102240"/>
              <a:gd name="textAreaRight" fmla="*/ 103320 w 102240"/>
              <a:gd name="textAreaTop" fmla="*/ 0 h 140400"/>
              <a:gd name="textAreaBottom" fmla="*/ 141480 h 140400"/>
            </a:gdLst>
            <a:ahLst/>
            <a:cxnLst/>
            <a:rect l="textAreaLeft" t="textAreaTop" r="textAreaRight" b="textAreaBottom"/>
            <a:pathLst>
              <a:path w="103272" h="141645">
                <a:moveTo>
                  <a:pt x="0" y="0"/>
                </a:moveTo>
                <a:lnTo>
                  <a:pt x="103272" y="0"/>
                </a:lnTo>
                <a:lnTo>
                  <a:pt x="103272" y="141646"/>
                </a:lnTo>
                <a:lnTo>
                  <a:pt x="0" y="141646"/>
                </a:lnTo>
                <a:lnTo>
                  <a:pt x="0" y="0"/>
                </a:lnTo>
                <a:close/>
              </a:path>
            </a:pathLst>
          </a:custGeom>
          <a:blipFill rotWithShape="0">
            <a:blip r:embed="rId4">
              <a:extLst>
                <a:ext uri="{96DAC541-7B7A-43D3-8B79-37D633B846F1}">
                  <asvg:svgBlip xmlns:asvg="http://schemas.microsoft.com/office/drawing/2016/SVG/main" r:embed="rId5"/>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fr-CH" sz="1800" strike="noStrike" u="none">
              <a:solidFill>
                <a:srgbClr val="000000"/>
              </a:solidFill>
              <a:effectLst/>
              <a:uFillTx/>
              <a:latin typeface="Arial"/>
            </a:endParaRPr>
          </a:p>
        </p:txBody>
      </p:sp>
      <p:sp>
        <p:nvSpPr>
          <p:cNvPr id="61" name="Freeform 6"/>
          <p:cNvSpPr/>
          <p:nvPr/>
        </p:nvSpPr>
        <p:spPr>
          <a:xfrm>
            <a:off x="5175360" y="1115640"/>
            <a:ext cx="112680" cy="161280"/>
          </a:xfrm>
          <a:custGeom>
            <a:avLst/>
            <a:gdLst>
              <a:gd name="textAreaLeft" fmla="*/ 0 w 112680"/>
              <a:gd name="textAreaRight" fmla="*/ 113760 w 112680"/>
              <a:gd name="textAreaTop" fmla="*/ 0 h 161280"/>
              <a:gd name="textAreaBottom" fmla="*/ 162360 h 161280"/>
            </a:gdLst>
            <a:ahLst/>
            <a:cxnLst/>
            <a:rect l="textAreaLeft" t="textAreaTop" r="textAreaRight" b="textAreaBottom"/>
            <a:pathLst>
              <a:path w="113663" h="162376">
                <a:moveTo>
                  <a:pt x="0" y="0"/>
                </a:moveTo>
                <a:lnTo>
                  <a:pt x="113664" y="0"/>
                </a:lnTo>
                <a:lnTo>
                  <a:pt x="113664" y="162376"/>
                </a:lnTo>
                <a:lnTo>
                  <a:pt x="0" y="162376"/>
                </a:lnTo>
                <a:lnTo>
                  <a:pt x="0" y="0"/>
                </a:lnTo>
                <a:close/>
              </a:path>
            </a:pathLst>
          </a:custGeom>
          <a:blipFill rotWithShape="0">
            <a:blip r:embed="rId6">
              <a:extLst>
                <a:ext uri="{96DAC541-7B7A-43D3-8B79-37D633B846F1}">
                  <asvg:svgBlip xmlns:asvg="http://schemas.microsoft.com/office/drawing/2016/SVG/main" r:embed="rId7"/>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fr-CH" sz="1800" strike="noStrike" u="none">
              <a:solidFill>
                <a:srgbClr val="000000"/>
              </a:solidFill>
              <a:effectLst/>
              <a:uFillTx/>
              <a:latin typeface="Arial"/>
            </a:endParaRPr>
          </a:p>
        </p:txBody>
      </p:sp>
      <p:sp>
        <p:nvSpPr>
          <p:cNvPr id="62" name="AutoShape 7"/>
          <p:cNvSpPr/>
          <p:nvPr/>
        </p:nvSpPr>
        <p:spPr>
          <a:xfrm>
            <a:off x="407160" y="2006280"/>
            <a:ext cx="6745320" cy="360"/>
          </a:xfrm>
          <a:prstGeom prst="line">
            <a:avLst/>
          </a:prstGeom>
          <a:ln w="9525">
            <a:solidFill>
              <a:srgbClr val="1a1917"/>
            </a:solidFill>
            <a:round/>
          </a:ln>
        </p:spPr>
        <p:style>
          <a:lnRef idx="0"/>
          <a:fillRef idx="0"/>
          <a:effectRef idx="0"/>
          <a:fontRef idx="minor"/>
        </p:style>
        <p:txBody>
          <a:bodyPr lIns="90000" rIns="90000" tIns="-44640" bIns="-44640" anchor="t" anchorCtr="1">
            <a:noAutofit/>
          </a:bodyPr>
          <a:p>
            <a:endParaRPr b="0" lang="fr-CH" sz="1800" strike="noStrike" u="none">
              <a:solidFill>
                <a:srgbClr val="000000"/>
              </a:solidFill>
              <a:effectLst/>
              <a:uFillTx/>
              <a:latin typeface="Arial"/>
            </a:endParaRPr>
          </a:p>
        </p:txBody>
      </p:sp>
      <p:sp>
        <p:nvSpPr>
          <p:cNvPr id="63" name="AutoShape 8"/>
          <p:cNvSpPr/>
          <p:nvPr/>
        </p:nvSpPr>
        <p:spPr>
          <a:xfrm>
            <a:off x="407160" y="3550680"/>
            <a:ext cx="2537280" cy="360"/>
          </a:xfrm>
          <a:prstGeom prst="line">
            <a:avLst/>
          </a:prstGeom>
          <a:ln w="9525">
            <a:solidFill>
              <a:srgbClr val="1a1917"/>
            </a:solidFill>
            <a:round/>
          </a:ln>
        </p:spPr>
        <p:style>
          <a:lnRef idx="0"/>
          <a:fillRef idx="0"/>
          <a:effectRef idx="0"/>
          <a:fontRef idx="minor"/>
        </p:style>
        <p:txBody>
          <a:bodyPr lIns="90000" rIns="90000" tIns="-44640" bIns="-44640" anchor="t" anchorCtr="1">
            <a:noAutofit/>
          </a:bodyPr>
          <a:p>
            <a:endParaRPr b="0" lang="fr-CH" sz="1800" strike="noStrike" u="none">
              <a:solidFill>
                <a:srgbClr val="000000"/>
              </a:solidFill>
              <a:effectLst/>
              <a:uFillTx/>
              <a:latin typeface="Arial"/>
            </a:endParaRPr>
          </a:p>
        </p:txBody>
      </p:sp>
      <p:sp>
        <p:nvSpPr>
          <p:cNvPr id="64" name="AutoShape 9"/>
          <p:cNvSpPr/>
          <p:nvPr/>
        </p:nvSpPr>
        <p:spPr>
          <a:xfrm>
            <a:off x="3363840" y="3550680"/>
            <a:ext cx="3798360" cy="360"/>
          </a:xfrm>
          <a:prstGeom prst="line">
            <a:avLst/>
          </a:prstGeom>
          <a:ln w="9525">
            <a:solidFill>
              <a:srgbClr val="1a1917"/>
            </a:solidFill>
            <a:round/>
          </a:ln>
        </p:spPr>
        <p:style>
          <a:lnRef idx="0"/>
          <a:fillRef idx="0"/>
          <a:effectRef idx="0"/>
          <a:fontRef idx="minor"/>
        </p:style>
        <p:txBody>
          <a:bodyPr lIns="90000" rIns="90000" tIns="-44640" bIns="-44640" anchor="t" anchorCtr="1">
            <a:noAutofit/>
          </a:bodyPr>
          <a:p>
            <a:endParaRPr b="0" lang="fr-CH" sz="1800" strike="noStrike" u="none">
              <a:solidFill>
                <a:srgbClr val="000000"/>
              </a:solidFill>
              <a:effectLst/>
              <a:uFillTx/>
              <a:latin typeface="Arial"/>
            </a:endParaRPr>
          </a:p>
        </p:txBody>
      </p:sp>
      <p:sp>
        <p:nvSpPr>
          <p:cNvPr id="65" name="AutoShape 10"/>
          <p:cNvSpPr/>
          <p:nvPr/>
        </p:nvSpPr>
        <p:spPr>
          <a:xfrm>
            <a:off x="407160" y="9107280"/>
            <a:ext cx="2537280" cy="360"/>
          </a:xfrm>
          <a:prstGeom prst="line">
            <a:avLst/>
          </a:prstGeom>
          <a:ln w="9525">
            <a:solidFill>
              <a:srgbClr val="1a1917"/>
            </a:solidFill>
            <a:round/>
          </a:ln>
        </p:spPr>
        <p:style>
          <a:lnRef idx="0"/>
          <a:fillRef idx="0"/>
          <a:effectRef idx="0"/>
          <a:fontRef idx="minor"/>
        </p:style>
        <p:txBody>
          <a:bodyPr lIns="90000" rIns="90000" tIns="-44640" bIns="-44640" anchor="t" anchorCtr="1">
            <a:noAutofit/>
          </a:bodyPr>
          <a:p>
            <a:endParaRPr b="0" lang="fr-CH" sz="1800" strike="noStrike" u="none">
              <a:solidFill>
                <a:srgbClr val="000000"/>
              </a:solidFill>
              <a:effectLst/>
              <a:uFillTx/>
              <a:latin typeface="Arial"/>
            </a:endParaRPr>
          </a:p>
        </p:txBody>
      </p:sp>
      <p:sp>
        <p:nvSpPr>
          <p:cNvPr id="66" name="AutoShape 11"/>
          <p:cNvSpPr/>
          <p:nvPr/>
        </p:nvSpPr>
        <p:spPr>
          <a:xfrm>
            <a:off x="407160" y="6632280"/>
            <a:ext cx="2537280" cy="360"/>
          </a:xfrm>
          <a:prstGeom prst="line">
            <a:avLst/>
          </a:prstGeom>
          <a:ln w="9525">
            <a:solidFill>
              <a:srgbClr val="1a1917"/>
            </a:solidFill>
            <a:round/>
          </a:ln>
        </p:spPr>
        <p:style>
          <a:lnRef idx="0"/>
          <a:fillRef idx="0"/>
          <a:effectRef idx="0"/>
          <a:fontRef idx="minor"/>
        </p:style>
        <p:txBody>
          <a:bodyPr lIns="90000" rIns="90000" tIns="-44640" bIns="-44640" anchor="t" anchorCtr="1">
            <a:noAutofit/>
          </a:bodyPr>
          <a:p>
            <a:endParaRPr b="0" lang="fr-CH" sz="1800" strike="noStrike" u="none">
              <a:solidFill>
                <a:srgbClr val="000000"/>
              </a:solidFill>
              <a:effectLst/>
              <a:uFillTx/>
              <a:latin typeface="Arial"/>
            </a:endParaRPr>
          </a:p>
        </p:txBody>
      </p:sp>
      <p:sp>
        <p:nvSpPr>
          <p:cNvPr id="67" name="AutoShape 12"/>
          <p:cNvSpPr/>
          <p:nvPr/>
        </p:nvSpPr>
        <p:spPr>
          <a:xfrm>
            <a:off x="3363840" y="8931240"/>
            <a:ext cx="3798360" cy="360"/>
          </a:xfrm>
          <a:prstGeom prst="line">
            <a:avLst/>
          </a:prstGeom>
          <a:ln w="9525">
            <a:solidFill>
              <a:srgbClr val="1a1917"/>
            </a:solidFill>
            <a:round/>
          </a:ln>
        </p:spPr>
        <p:style>
          <a:lnRef idx="0"/>
          <a:fillRef idx="0"/>
          <a:effectRef idx="0"/>
          <a:fontRef idx="minor"/>
        </p:style>
        <p:txBody>
          <a:bodyPr lIns="90000" rIns="90000" tIns="-44640" bIns="-44640" anchor="t" anchorCtr="1">
            <a:noAutofit/>
          </a:bodyPr>
          <a:p>
            <a:endParaRPr b="0" lang="fr-CH" sz="1800" strike="noStrike" u="none">
              <a:solidFill>
                <a:srgbClr val="000000"/>
              </a:solidFill>
              <a:effectLst/>
              <a:uFillTx/>
              <a:latin typeface="Arial"/>
            </a:endParaRPr>
          </a:p>
        </p:txBody>
      </p:sp>
      <p:sp>
        <p:nvSpPr>
          <p:cNvPr id="68" name="TextBox 13"/>
          <p:cNvSpPr/>
          <p:nvPr/>
        </p:nvSpPr>
        <p:spPr>
          <a:xfrm>
            <a:off x="1942200" y="765360"/>
            <a:ext cx="2943720" cy="377280"/>
          </a:xfrm>
          <a:prstGeom prst="rect">
            <a:avLst/>
          </a:prstGeom>
          <a:noFill/>
          <a:ln w="0">
            <a:noFill/>
          </a:ln>
        </p:spPr>
        <p:style>
          <a:lnRef idx="0"/>
          <a:fillRef idx="0"/>
          <a:effectRef idx="0"/>
          <a:fontRef idx="minor"/>
        </p:style>
        <p:txBody>
          <a:bodyPr lIns="0" rIns="0" tIns="0" bIns="0" anchor="t">
            <a:spAutoFit/>
          </a:bodyPr>
          <a:p>
            <a:pPr defTabSz="914400">
              <a:lnSpc>
                <a:spcPts val="2991"/>
              </a:lnSpc>
              <a:tabLst>
                <a:tab algn="l" pos="0"/>
              </a:tabLst>
            </a:pPr>
            <a:r>
              <a:rPr b="1" lang="en-US" sz="2600" spc="130" strike="noStrike" u="none">
                <a:solidFill>
                  <a:srgbClr val="1a1917"/>
                </a:solidFill>
                <a:effectLst/>
                <a:uFillTx/>
                <a:latin typeface="Raleway Bold"/>
                <a:ea typeface="Raleway Bold"/>
              </a:rPr>
              <a:t>LEO BOTELHO</a:t>
            </a:r>
            <a:endParaRPr b="0" lang="fr-CH" sz="2600" strike="noStrike" u="none">
              <a:solidFill>
                <a:srgbClr val="000000"/>
              </a:solidFill>
              <a:effectLst/>
              <a:uFillTx/>
              <a:latin typeface="Arial"/>
            </a:endParaRPr>
          </a:p>
        </p:txBody>
      </p:sp>
      <p:sp>
        <p:nvSpPr>
          <p:cNvPr id="69" name="TextBox 14"/>
          <p:cNvSpPr/>
          <p:nvPr/>
        </p:nvSpPr>
        <p:spPr>
          <a:xfrm>
            <a:off x="1942200" y="1500120"/>
            <a:ext cx="5209560" cy="172440"/>
          </a:xfrm>
          <a:prstGeom prst="rect">
            <a:avLst/>
          </a:prstGeom>
          <a:noFill/>
          <a:ln w="0">
            <a:noFill/>
          </a:ln>
        </p:spPr>
        <p:style>
          <a:lnRef idx="0"/>
          <a:fillRef idx="0"/>
          <a:effectRef idx="0"/>
          <a:fontRef idx="minor"/>
        </p:style>
        <p:txBody>
          <a:bodyPr lIns="0" rIns="0" tIns="0" bIns="0" anchor="t">
            <a:spAutoFit/>
          </a:bodyPr>
          <a:p>
            <a:pPr defTabSz="914400">
              <a:lnSpc>
                <a:spcPts val="1205"/>
              </a:lnSpc>
              <a:tabLst>
                <a:tab algn="l" pos="0"/>
              </a:tabLst>
            </a:pPr>
            <a:r>
              <a:rPr b="1" lang="en-US" sz="1200" spc="119" strike="noStrike" u="none">
                <a:solidFill>
                  <a:srgbClr val="1a1917"/>
                </a:solidFill>
                <a:effectLst/>
                <a:uFillTx/>
                <a:latin typeface="Raleway Medium"/>
                <a:ea typeface="Raleway Medium"/>
              </a:rPr>
              <a:t>BLOCKCHAIN PROTOCOL ARCHITECT &amp; QUANT DEV</a:t>
            </a:r>
            <a:endParaRPr b="0" lang="fr-CH" sz="1200" strike="noStrike" u="none">
              <a:solidFill>
                <a:srgbClr val="000000"/>
              </a:solidFill>
              <a:effectLst/>
              <a:uFillTx/>
              <a:latin typeface="Arial"/>
            </a:endParaRPr>
          </a:p>
        </p:txBody>
      </p:sp>
      <p:sp>
        <p:nvSpPr>
          <p:cNvPr id="70" name="TextBox 15"/>
          <p:cNvSpPr/>
          <p:nvPr/>
        </p:nvSpPr>
        <p:spPr>
          <a:xfrm>
            <a:off x="5441040" y="510480"/>
            <a:ext cx="1710720" cy="766800"/>
          </a:xfrm>
          <a:prstGeom prst="rect">
            <a:avLst/>
          </a:prstGeom>
          <a:noFill/>
          <a:ln w="0">
            <a:noFill/>
          </a:ln>
        </p:spPr>
        <p:style>
          <a:lnRef idx="0"/>
          <a:fillRef idx="0"/>
          <a:effectRef idx="0"/>
          <a:fontRef idx="minor"/>
        </p:style>
        <p:txBody>
          <a:bodyPr lIns="0" rIns="0" tIns="0" bIns="0" anchor="t">
            <a:spAutoFit/>
          </a:bodyPr>
          <a:p>
            <a:pPr defTabSz="914400">
              <a:lnSpc>
                <a:spcPts val="2160"/>
              </a:lnSpc>
            </a:pPr>
            <a:r>
              <a:rPr b="1" lang="en-US" sz="900" spc="28" strike="noStrike" u="none">
                <a:solidFill>
                  <a:srgbClr val="1a1917"/>
                </a:solidFill>
                <a:effectLst/>
                <a:uFillTx/>
                <a:latin typeface="Raleway Medium"/>
                <a:ea typeface="Raleway Medium"/>
              </a:rPr>
              <a:t>leobtlh@hotmail.com</a:t>
            </a:r>
            <a:endParaRPr b="0" lang="fr-CH" sz="900" strike="noStrike" u="none">
              <a:solidFill>
                <a:srgbClr val="000000"/>
              </a:solidFill>
              <a:effectLst/>
              <a:uFillTx/>
              <a:latin typeface="Arial"/>
            </a:endParaRPr>
          </a:p>
          <a:p>
            <a:pPr defTabSz="914400">
              <a:lnSpc>
                <a:spcPts val="2160"/>
              </a:lnSpc>
            </a:pPr>
            <a:r>
              <a:rPr b="1" lang="en-US" sz="900" spc="28" strike="noStrike" u="none">
                <a:solidFill>
                  <a:srgbClr val="1a1917"/>
                </a:solidFill>
                <a:effectLst/>
                <a:uFillTx/>
                <a:latin typeface="Raleway Medium"/>
                <a:ea typeface="Raleway Medium"/>
              </a:rPr>
              <a:t>+41 78 302 50 85</a:t>
            </a:r>
            <a:endParaRPr b="0" lang="fr-CH" sz="900" strike="noStrike" u="none">
              <a:solidFill>
                <a:srgbClr val="000000"/>
              </a:solidFill>
              <a:effectLst/>
              <a:uFillTx/>
              <a:latin typeface="Arial"/>
            </a:endParaRPr>
          </a:p>
          <a:p>
            <a:pPr defTabSz="914400">
              <a:lnSpc>
                <a:spcPts val="2160"/>
              </a:lnSpc>
              <a:tabLst>
                <a:tab algn="l" pos="0"/>
              </a:tabLst>
            </a:pPr>
            <a:r>
              <a:rPr b="1" lang="en-US" sz="900" spc="28" strike="noStrike" u="none">
                <a:solidFill>
                  <a:srgbClr val="1a1917"/>
                </a:solidFill>
                <a:effectLst/>
                <a:uFillTx/>
                <a:latin typeface="Raleway Medium"/>
                <a:ea typeface="Raleway Medium"/>
              </a:rPr>
              <a:t>Montreux, Switzerland</a:t>
            </a:r>
            <a:endParaRPr b="0" lang="fr-CH" sz="900" strike="noStrike" u="none">
              <a:solidFill>
                <a:srgbClr val="000000"/>
              </a:solidFill>
              <a:effectLst/>
              <a:uFillTx/>
              <a:latin typeface="Arial"/>
            </a:endParaRPr>
          </a:p>
        </p:txBody>
      </p:sp>
      <p:sp>
        <p:nvSpPr>
          <p:cNvPr id="71" name="TextBox 16"/>
          <p:cNvSpPr/>
          <p:nvPr/>
        </p:nvSpPr>
        <p:spPr>
          <a:xfrm>
            <a:off x="407160" y="2144520"/>
            <a:ext cx="3223800" cy="174960"/>
          </a:xfrm>
          <a:prstGeom prst="rect">
            <a:avLst/>
          </a:prstGeom>
          <a:noFill/>
          <a:ln w="0">
            <a:noFill/>
          </a:ln>
        </p:spPr>
        <p:style>
          <a:lnRef idx="0"/>
          <a:fillRef idx="0"/>
          <a:effectRef idx="0"/>
          <a:fontRef idx="minor"/>
        </p:style>
        <p:txBody>
          <a:bodyPr lIns="0" rIns="0" tIns="0" bIns="0" anchor="t">
            <a:spAutoFit/>
          </a:bodyPr>
          <a:p>
            <a:pPr defTabSz="914400">
              <a:lnSpc>
                <a:spcPts val="1301"/>
              </a:lnSpc>
              <a:tabLst>
                <a:tab algn="l" pos="0"/>
              </a:tabLst>
            </a:pPr>
            <a:r>
              <a:rPr b="1" lang="en-US" sz="1300" spc="130" strike="noStrike" u="none">
                <a:solidFill>
                  <a:srgbClr val="1a1917"/>
                </a:solidFill>
                <a:effectLst/>
                <a:uFillTx/>
                <a:latin typeface="Raleway Bold"/>
                <a:ea typeface="Raleway Bold"/>
              </a:rPr>
              <a:t>PROFIL</a:t>
            </a:r>
            <a:endParaRPr b="0" lang="fr-CH" sz="1300" strike="noStrike" u="none">
              <a:solidFill>
                <a:srgbClr val="000000"/>
              </a:solidFill>
              <a:effectLst/>
              <a:uFillTx/>
              <a:latin typeface="Arial"/>
            </a:endParaRPr>
          </a:p>
        </p:txBody>
      </p:sp>
      <p:sp>
        <p:nvSpPr>
          <p:cNvPr id="72" name="TextBox 17"/>
          <p:cNvSpPr/>
          <p:nvPr/>
        </p:nvSpPr>
        <p:spPr>
          <a:xfrm>
            <a:off x="3364200" y="3736440"/>
            <a:ext cx="3223800" cy="174960"/>
          </a:xfrm>
          <a:prstGeom prst="rect">
            <a:avLst/>
          </a:prstGeom>
          <a:noFill/>
          <a:ln w="0">
            <a:noFill/>
          </a:ln>
        </p:spPr>
        <p:style>
          <a:lnRef idx="0"/>
          <a:fillRef idx="0"/>
          <a:effectRef idx="0"/>
          <a:fontRef idx="minor"/>
        </p:style>
        <p:txBody>
          <a:bodyPr lIns="0" rIns="0" tIns="0" bIns="0" anchor="t">
            <a:spAutoFit/>
          </a:bodyPr>
          <a:p>
            <a:pPr defTabSz="914400">
              <a:lnSpc>
                <a:spcPts val="1301"/>
              </a:lnSpc>
              <a:tabLst>
                <a:tab algn="l" pos="0"/>
              </a:tabLst>
            </a:pPr>
            <a:r>
              <a:rPr b="1" lang="en-US" sz="1300" spc="130" strike="noStrike" u="none">
                <a:solidFill>
                  <a:srgbClr val="1a1917"/>
                </a:solidFill>
                <a:effectLst/>
                <a:uFillTx/>
                <a:latin typeface="Raleway Bold"/>
                <a:ea typeface="Raleway Bold"/>
              </a:rPr>
              <a:t>PROJETS</a:t>
            </a:r>
            <a:endParaRPr b="0" lang="fr-CH" sz="1300" strike="noStrike" u="none">
              <a:solidFill>
                <a:srgbClr val="000000"/>
              </a:solidFill>
              <a:effectLst/>
              <a:uFillTx/>
              <a:latin typeface="Arial"/>
            </a:endParaRPr>
          </a:p>
        </p:txBody>
      </p:sp>
      <p:sp>
        <p:nvSpPr>
          <p:cNvPr id="73" name="TextBox 18"/>
          <p:cNvSpPr/>
          <p:nvPr/>
        </p:nvSpPr>
        <p:spPr>
          <a:xfrm>
            <a:off x="407160" y="2387160"/>
            <a:ext cx="6744240" cy="1217880"/>
          </a:xfrm>
          <a:prstGeom prst="rect">
            <a:avLst/>
          </a:prstGeom>
          <a:noFill/>
          <a:ln w="0">
            <a:noFill/>
          </a:ln>
        </p:spPr>
        <p:style>
          <a:lnRef idx="0"/>
          <a:fillRef idx="0"/>
          <a:effectRef idx="0"/>
          <a:fontRef idx="minor"/>
        </p:style>
        <p:txBody>
          <a:bodyPr lIns="0" rIns="0" tIns="0" bIns="0" anchor="t">
            <a:spAutoFit/>
          </a:bodyPr>
          <a:p>
            <a:pPr algn="just" defTabSz="914400">
              <a:lnSpc>
                <a:spcPts val="1599"/>
              </a:lnSpc>
            </a:pPr>
            <a:r>
              <a:rPr b="0" lang="en-US" sz="1000" strike="noStrike" u="none">
                <a:solidFill>
                  <a:srgbClr val="1a1917"/>
                </a:solidFill>
                <a:effectLst/>
                <a:uFillTx/>
                <a:latin typeface="Raleway Medium"/>
                <a:ea typeface="Raleway Medium"/>
              </a:rPr>
              <a:t>Désormais pleinement investi dans des études de Mathématiques, j'approfondis mon expertise en solutions blockchain et DeFi au travers du cours EPFL FIN-413 et de la certification Alyra (RS6675).</a:t>
            </a:r>
            <a:endParaRPr b="0" lang="fr-CH" sz="1000" strike="noStrike" u="none">
              <a:solidFill>
                <a:srgbClr val="000000"/>
              </a:solidFill>
              <a:effectLst/>
              <a:uFillTx/>
              <a:latin typeface="Arial"/>
            </a:endParaRPr>
          </a:p>
          <a:p>
            <a:pPr algn="just" defTabSz="914400">
              <a:lnSpc>
                <a:spcPts val="1599"/>
              </a:lnSpc>
              <a:tabLst>
                <a:tab algn="l" pos="0"/>
              </a:tabLst>
            </a:pPr>
            <a:r>
              <a:rPr b="0" lang="en-US" sz="1000" strike="noStrike" u="none">
                <a:solidFill>
                  <a:srgbClr val="1a1917"/>
                </a:solidFill>
                <a:effectLst/>
                <a:uFillTx/>
                <a:latin typeface="Raleway Medium"/>
                <a:ea typeface="Raleway Medium"/>
              </a:rPr>
              <a:t>Mon objectif est d'appliquer cette rigueur analytique à la conception de protocoles et à la modélisation économique on-chain. Je recherche un poste à temps partiel (40%) me permettant de contribuer à des solutions décentralisées innovantes, tout en poursuivant mon développement académique.</a:t>
            </a:r>
            <a:endParaRPr b="0" lang="fr-CH" sz="1000" strike="noStrike" u="none">
              <a:solidFill>
                <a:srgbClr val="000000"/>
              </a:solidFill>
              <a:effectLst/>
              <a:uFillTx/>
              <a:latin typeface="Arial"/>
            </a:endParaRPr>
          </a:p>
          <a:p>
            <a:pPr algn="just" defTabSz="914400">
              <a:lnSpc>
                <a:spcPts val="1599"/>
              </a:lnSpc>
              <a:tabLst>
                <a:tab algn="l" pos="0"/>
              </a:tabLst>
            </a:pPr>
            <a:endParaRPr b="0" lang="fr-CH" sz="1800" strike="noStrike" u="none">
              <a:solidFill>
                <a:srgbClr val="000000"/>
              </a:solidFill>
              <a:effectLst/>
              <a:uFillTx/>
              <a:latin typeface="Arial"/>
            </a:endParaRPr>
          </a:p>
        </p:txBody>
      </p:sp>
      <p:sp>
        <p:nvSpPr>
          <p:cNvPr id="74" name="TextBox 19"/>
          <p:cNvSpPr/>
          <p:nvPr/>
        </p:nvSpPr>
        <p:spPr>
          <a:xfrm>
            <a:off x="3359160" y="3988440"/>
            <a:ext cx="3063960" cy="190080"/>
          </a:xfrm>
          <a:prstGeom prst="rect">
            <a:avLst/>
          </a:prstGeom>
          <a:noFill/>
          <a:ln w="0">
            <a:noFill/>
          </a:ln>
        </p:spPr>
        <p:style>
          <a:lnRef idx="0"/>
          <a:fillRef idx="0"/>
          <a:effectRef idx="0"/>
          <a:fontRef idx="minor"/>
        </p:style>
        <p:txBody>
          <a:bodyPr lIns="0" rIns="0" tIns="0" bIns="0" anchor="t">
            <a:spAutoFit/>
          </a:bodyPr>
          <a:p>
            <a:pPr defTabSz="914400">
              <a:lnSpc>
                <a:spcPts val="1500"/>
              </a:lnSpc>
              <a:tabLst>
                <a:tab algn="l" pos="0"/>
              </a:tabLst>
            </a:pPr>
            <a:r>
              <a:rPr b="1" lang="en-US" sz="1000" spc="20" strike="noStrike" u="none">
                <a:solidFill>
                  <a:srgbClr val="1a1917"/>
                </a:solidFill>
                <a:effectLst/>
                <a:uFillTx/>
                <a:latin typeface="Raleway Bold"/>
                <a:ea typeface="Raleway Bold"/>
              </a:rPr>
              <a:t>DEFI PROJECT LEAD</a:t>
            </a:r>
            <a:endParaRPr b="0" lang="fr-CH" sz="1000" strike="noStrike" u="none">
              <a:solidFill>
                <a:srgbClr val="000000"/>
              </a:solidFill>
              <a:effectLst/>
              <a:uFillTx/>
              <a:latin typeface="Arial"/>
            </a:endParaRPr>
          </a:p>
        </p:txBody>
      </p:sp>
      <p:sp>
        <p:nvSpPr>
          <p:cNvPr id="75" name="TextBox 20"/>
          <p:cNvSpPr/>
          <p:nvPr/>
        </p:nvSpPr>
        <p:spPr>
          <a:xfrm>
            <a:off x="3359160" y="6628680"/>
            <a:ext cx="3063960" cy="190080"/>
          </a:xfrm>
          <a:prstGeom prst="rect">
            <a:avLst/>
          </a:prstGeom>
          <a:noFill/>
          <a:ln w="0">
            <a:noFill/>
          </a:ln>
        </p:spPr>
        <p:style>
          <a:lnRef idx="0"/>
          <a:fillRef idx="0"/>
          <a:effectRef idx="0"/>
          <a:fontRef idx="minor"/>
        </p:style>
        <p:txBody>
          <a:bodyPr lIns="0" rIns="0" tIns="0" bIns="0" anchor="t">
            <a:spAutoFit/>
          </a:bodyPr>
          <a:p>
            <a:pPr defTabSz="914400">
              <a:lnSpc>
                <a:spcPts val="1500"/>
              </a:lnSpc>
              <a:tabLst>
                <a:tab algn="l" pos="0"/>
              </a:tabLst>
            </a:pPr>
            <a:r>
              <a:rPr b="1" lang="en-US" sz="1000" spc="20" strike="noStrike" u="none">
                <a:solidFill>
                  <a:srgbClr val="1a1917"/>
                </a:solidFill>
                <a:effectLst/>
                <a:uFillTx/>
                <a:latin typeface="Raleway Bold"/>
                <a:ea typeface="Raleway Bold"/>
              </a:rPr>
              <a:t>RETHAGON - QUANT SYSTEM ARCHITECT</a:t>
            </a:r>
            <a:endParaRPr b="0" lang="fr-CH" sz="1000" strike="noStrike" u="none">
              <a:solidFill>
                <a:srgbClr val="000000"/>
              </a:solidFill>
              <a:effectLst/>
              <a:uFillTx/>
              <a:latin typeface="Arial"/>
            </a:endParaRPr>
          </a:p>
        </p:txBody>
      </p:sp>
      <p:sp>
        <p:nvSpPr>
          <p:cNvPr id="76" name="TextBox 21"/>
          <p:cNvSpPr/>
          <p:nvPr/>
        </p:nvSpPr>
        <p:spPr>
          <a:xfrm>
            <a:off x="3364200" y="9362880"/>
            <a:ext cx="3063960" cy="190080"/>
          </a:xfrm>
          <a:prstGeom prst="rect">
            <a:avLst/>
          </a:prstGeom>
          <a:noFill/>
          <a:ln w="0">
            <a:noFill/>
          </a:ln>
        </p:spPr>
        <p:style>
          <a:lnRef idx="0"/>
          <a:fillRef idx="0"/>
          <a:effectRef idx="0"/>
          <a:fontRef idx="minor"/>
        </p:style>
        <p:txBody>
          <a:bodyPr lIns="0" rIns="0" tIns="0" bIns="0" anchor="t">
            <a:spAutoFit/>
          </a:bodyPr>
          <a:p>
            <a:pPr defTabSz="914400">
              <a:lnSpc>
                <a:spcPts val="1500"/>
              </a:lnSpc>
              <a:tabLst>
                <a:tab algn="l" pos="0"/>
              </a:tabLst>
            </a:pPr>
            <a:r>
              <a:rPr b="1" lang="en-US" sz="1000" spc="20" strike="noStrike" u="none">
                <a:solidFill>
                  <a:srgbClr val="1a1917"/>
                </a:solidFill>
                <a:effectLst/>
                <a:uFillTx/>
                <a:latin typeface="Raleway Bold"/>
                <a:ea typeface="Raleway Bold"/>
              </a:rPr>
              <a:t>PYTHON AND WEB DEVELOPER</a:t>
            </a:r>
            <a:endParaRPr b="0" lang="fr-CH" sz="1000" strike="noStrike" u="none">
              <a:solidFill>
                <a:srgbClr val="000000"/>
              </a:solidFill>
              <a:effectLst/>
              <a:uFillTx/>
              <a:latin typeface="Arial"/>
            </a:endParaRPr>
          </a:p>
        </p:txBody>
      </p:sp>
      <p:sp>
        <p:nvSpPr>
          <p:cNvPr id="77" name="TextBox 22"/>
          <p:cNvSpPr/>
          <p:nvPr/>
        </p:nvSpPr>
        <p:spPr>
          <a:xfrm>
            <a:off x="3359160" y="4185720"/>
            <a:ext cx="3063960" cy="190080"/>
          </a:xfrm>
          <a:prstGeom prst="rect">
            <a:avLst/>
          </a:prstGeom>
          <a:noFill/>
          <a:ln w="0">
            <a:noFill/>
          </a:ln>
        </p:spPr>
        <p:style>
          <a:lnRef idx="0"/>
          <a:fillRef idx="0"/>
          <a:effectRef idx="0"/>
          <a:fontRef idx="minor"/>
        </p:style>
        <p:txBody>
          <a:bodyPr lIns="0" rIns="0" tIns="0" bIns="0" anchor="t">
            <a:spAutoFit/>
          </a:bodyPr>
          <a:p>
            <a:pPr defTabSz="914400">
              <a:lnSpc>
                <a:spcPts val="1500"/>
              </a:lnSpc>
              <a:tabLst>
                <a:tab algn="l" pos="0"/>
              </a:tabLst>
            </a:pPr>
            <a:r>
              <a:rPr b="0" lang="en-US" sz="1000" spc="20" strike="noStrike" u="none">
                <a:solidFill>
                  <a:srgbClr val="1a1917"/>
                </a:solidFill>
                <a:effectLst/>
                <a:uFillTx/>
                <a:latin typeface="Raleway"/>
                <a:ea typeface="Raleway"/>
              </a:rPr>
              <a:t>Moeba Protocol, Lausanne | 2025 -</a:t>
            </a:r>
            <a:endParaRPr b="0" lang="fr-CH" sz="1000" strike="noStrike" u="none">
              <a:solidFill>
                <a:srgbClr val="000000"/>
              </a:solidFill>
              <a:effectLst/>
              <a:uFillTx/>
              <a:latin typeface="Arial"/>
            </a:endParaRPr>
          </a:p>
        </p:txBody>
      </p:sp>
      <p:sp>
        <p:nvSpPr>
          <p:cNvPr id="78" name="TextBox 23"/>
          <p:cNvSpPr/>
          <p:nvPr/>
        </p:nvSpPr>
        <p:spPr>
          <a:xfrm>
            <a:off x="3359160" y="6824880"/>
            <a:ext cx="3063960" cy="190080"/>
          </a:xfrm>
          <a:prstGeom prst="rect">
            <a:avLst/>
          </a:prstGeom>
          <a:noFill/>
          <a:ln w="0">
            <a:noFill/>
          </a:ln>
        </p:spPr>
        <p:style>
          <a:lnRef idx="0"/>
          <a:fillRef idx="0"/>
          <a:effectRef idx="0"/>
          <a:fontRef idx="minor"/>
        </p:style>
        <p:txBody>
          <a:bodyPr lIns="0" rIns="0" tIns="0" bIns="0" anchor="t">
            <a:spAutoFit/>
          </a:bodyPr>
          <a:p>
            <a:pPr defTabSz="914400">
              <a:lnSpc>
                <a:spcPts val="1500"/>
              </a:lnSpc>
              <a:tabLst>
                <a:tab algn="l" pos="0"/>
              </a:tabLst>
            </a:pPr>
            <a:r>
              <a:rPr b="0" lang="en-US" sz="1000" spc="20" strike="noStrike" u="none">
                <a:solidFill>
                  <a:srgbClr val="1a1917"/>
                </a:solidFill>
                <a:effectLst/>
                <a:uFillTx/>
                <a:latin typeface="Raleway"/>
                <a:ea typeface="Raleway"/>
              </a:rPr>
              <a:t>Alyra, Montreux | 20.09.2025 - 19.12.2025</a:t>
            </a:r>
            <a:endParaRPr b="0" lang="fr-CH" sz="1000" strike="noStrike" u="none">
              <a:solidFill>
                <a:srgbClr val="000000"/>
              </a:solidFill>
              <a:effectLst/>
              <a:uFillTx/>
              <a:latin typeface="Arial"/>
            </a:endParaRPr>
          </a:p>
        </p:txBody>
      </p:sp>
      <p:sp>
        <p:nvSpPr>
          <p:cNvPr id="79" name="TextBox 24"/>
          <p:cNvSpPr/>
          <p:nvPr/>
        </p:nvSpPr>
        <p:spPr>
          <a:xfrm>
            <a:off x="3364200" y="9559080"/>
            <a:ext cx="3063960" cy="190080"/>
          </a:xfrm>
          <a:prstGeom prst="rect">
            <a:avLst/>
          </a:prstGeom>
          <a:noFill/>
          <a:ln w="0">
            <a:noFill/>
          </a:ln>
        </p:spPr>
        <p:style>
          <a:lnRef idx="0"/>
          <a:fillRef idx="0"/>
          <a:effectRef idx="0"/>
          <a:fontRef idx="minor"/>
        </p:style>
        <p:txBody>
          <a:bodyPr lIns="0" rIns="0" tIns="0" bIns="0" anchor="t">
            <a:spAutoFit/>
          </a:bodyPr>
          <a:p>
            <a:pPr defTabSz="914400">
              <a:lnSpc>
                <a:spcPts val="1500"/>
              </a:lnSpc>
              <a:tabLst>
                <a:tab algn="l" pos="0"/>
              </a:tabLst>
            </a:pPr>
            <a:r>
              <a:rPr b="0" lang="en-US" sz="1000" spc="20" strike="noStrike" u="none">
                <a:solidFill>
                  <a:srgbClr val="1a1917"/>
                </a:solidFill>
                <a:effectLst/>
                <a:uFillTx/>
                <a:latin typeface="Raleway"/>
                <a:ea typeface="Raleway"/>
              </a:rPr>
              <a:t>Altux SA, Lutry | 2023 - 2026</a:t>
            </a:r>
            <a:endParaRPr b="0" lang="fr-CH" sz="1000" strike="noStrike" u="none">
              <a:solidFill>
                <a:srgbClr val="000000"/>
              </a:solidFill>
              <a:effectLst/>
              <a:uFillTx/>
              <a:latin typeface="Arial"/>
            </a:endParaRPr>
          </a:p>
        </p:txBody>
      </p:sp>
      <p:sp>
        <p:nvSpPr>
          <p:cNvPr id="80" name="TextBox 25"/>
          <p:cNvSpPr/>
          <p:nvPr/>
        </p:nvSpPr>
        <p:spPr>
          <a:xfrm>
            <a:off x="3364200" y="4409640"/>
            <a:ext cx="3797280" cy="2094480"/>
          </a:xfrm>
          <a:prstGeom prst="rect">
            <a:avLst/>
          </a:prstGeom>
          <a:noFill/>
          <a:ln w="0">
            <a:noFill/>
          </a:ln>
        </p:spPr>
        <p:style>
          <a:lnRef idx="0"/>
          <a:fillRef idx="0"/>
          <a:effectRef idx="0"/>
          <a:fontRef idx="minor"/>
        </p:style>
        <p:txBody>
          <a:bodyPr lIns="0" rIns="0" tIns="0" bIns="0" anchor="t">
            <a:spAutoFit/>
          </a:bodyPr>
          <a:p>
            <a:pPr algn="just" defTabSz="914400">
              <a:lnSpc>
                <a:spcPts val="1500"/>
              </a:lnSpc>
            </a:pPr>
            <a:r>
              <a:rPr b="0" lang="en-US" sz="1000" strike="noStrike" u="none">
                <a:solidFill>
                  <a:srgbClr val="1a1917"/>
                </a:solidFill>
                <a:effectLst/>
                <a:uFillTx/>
                <a:latin typeface="Raleway Medium"/>
                <a:ea typeface="Raleway Medium"/>
              </a:rPr>
              <a:t>Mœba Protocol est une plateforme d'assurance paramétrique décentralisée conçue pour démocratiser l'accès aux Obligations Catastrophe (Cat Bonds). Contrairement aux modèles binaires traditionnels, elle utilise un mécanisme de cascade (Waterfall) à "Soft Default" pour atténuer le risque. L'architecture segmente le capital en trois niveaux : un tampon "First Loss" assureur, une Tranche Junior (rendement à effet de levier) et une Tranche Senior (protection du capital avec 70 % de l'APR de base), rendant l'investissement dans le risque climatique accessible à la liquidité non institutionnelle.</a:t>
            </a:r>
            <a:endParaRPr b="0" lang="fr-CH" sz="1000" strike="noStrike" u="none">
              <a:solidFill>
                <a:srgbClr val="000000"/>
              </a:solidFill>
              <a:effectLst/>
              <a:uFillTx/>
              <a:latin typeface="Arial"/>
            </a:endParaRPr>
          </a:p>
          <a:p>
            <a:pPr algn="just" defTabSz="914400">
              <a:lnSpc>
                <a:spcPts val="1500"/>
              </a:lnSpc>
              <a:tabLst>
                <a:tab algn="l" pos="0"/>
              </a:tabLst>
            </a:pPr>
            <a:r>
              <a:rPr b="0" lang="en-US" sz="1000" strike="noStrike" u="none">
                <a:solidFill>
                  <a:srgbClr val="1a1917"/>
                </a:solidFill>
                <a:effectLst/>
                <a:uFillTx/>
                <a:latin typeface="Raleway Medium"/>
                <a:ea typeface="Raleway Medium"/>
              </a:rPr>
              <a:t>Preview:</a:t>
            </a:r>
            <a:r>
              <a:rPr b="0" lang="en-US" sz="1000" strike="noStrike" u="none">
                <a:solidFill>
                  <a:srgbClr val="5e17eb"/>
                </a:solidFill>
                <a:effectLst/>
                <a:uFillTx/>
                <a:latin typeface="Raleway Medium"/>
                <a:ea typeface="Raleway Medium"/>
              </a:rPr>
              <a:t> https://moeba-protocol.vercel.app/</a:t>
            </a:r>
            <a:endParaRPr b="0" lang="fr-CH" sz="1000" strike="noStrike" u="none">
              <a:solidFill>
                <a:srgbClr val="000000"/>
              </a:solidFill>
              <a:effectLst/>
              <a:uFillTx/>
              <a:latin typeface="Arial"/>
            </a:endParaRPr>
          </a:p>
        </p:txBody>
      </p:sp>
      <p:sp>
        <p:nvSpPr>
          <p:cNvPr id="81" name="TextBox 26"/>
          <p:cNvSpPr/>
          <p:nvPr/>
        </p:nvSpPr>
        <p:spPr>
          <a:xfrm>
            <a:off x="3359160" y="7044840"/>
            <a:ext cx="3797280" cy="1713960"/>
          </a:xfrm>
          <a:prstGeom prst="rect">
            <a:avLst/>
          </a:prstGeom>
          <a:noFill/>
          <a:ln w="0">
            <a:noFill/>
          </a:ln>
        </p:spPr>
        <p:style>
          <a:lnRef idx="0"/>
          <a:fillRef idx="0"/>
          <a:effectRef idx="0"/>
          <a:fontRef idx="minor"/>
        </p:style>
        <p:txBody>
          <a:bodyPr lIns="0" rIns="0" tIns="0" bIns="0" anchor="t">
            <a:spAutoFit/>
          </a:bodyPr>
          <a:p>
            <a:pPr algn="just" defTabSz="914400">
              <a:lnSpc>
                <a:spcPts val="1500"/>
              </a:lnSpc>
              <a:tabLst>
                <a:tab algn="l" pos="0"/>
              </a:tabLst>
            </a:pPr>
            <a:r>
              <a:rPr b="0" lang="en-US" sz="1000" strike="noStrike" u="none">
                <a:solidFill>
                  <a:srgbClr val="1a1917"/>
                </a:solidFill>
                <a:effectLst/>
                <a:uFillTx/>
                <a:latin typeface="Raleway Medium"/>
                <a:ea typeface="Raleway Medium"/>
              </a:rPr>
              <a:t>Ce projet est un protocol de paris décentralisée dédiée aux rap battles, conçue pour assurer la rémunération des artistes. Le système de paris propose des cotes dynamiques en temps réel basées sur la liquidité ERC-1155. Les résultats sont sécurisés par un oracle méritocratique utilisant des SLB Tokens pondérés par le score ELO. La gouvernance repose sur un modèle veToken soutenu par un mécanisme de dispute économique : la majorité capture les jetons misés par la minorité, rendant la fraude irrationnelle et garantissant l'intégrité des résultats.</a:t>
            </a:r>
            <a:endParaRPr b="0" lang="fr-CH" sz="1000" strike="noStrike" u="none">
              <a:solidFill>
                <a:srgbClr val="000000"/>
              </a:solidFill>
              <a:effectLst/>
              <a:uFillTx/>
              <a:latin typeface="Arial"/>
            </a:endParaRPr>
          </a:p>
        </p:txBody>
      </p:sp>
      <p:sp>
        <p:nvSpPr>
          <p:cNvPr id="82" name="TextBox 27"/>
          <p:cNvSpPr/>
          <p:nvPr/>
        </p:nvSpPr>
        <p:spPr>
          <a:xfrm>
            <a:off x="3364200" y="9780480"/>
            <a:ext cx="3797280" cy="761400"/>
          </a:xfrm>
          <a:prstGeom prst="rect">
            <a:avLst/>
          </a:prstGeom>
          <a:noFill/>
          <a:ln w="0">
            <a:noFill/>
          </a:ln>
        </p:spPr>
        <p:style>
          <a:lnRef idx="0"/>
          <a:fillRef idx="0"/>
          <a:effectRef idx="0"/>
          <a:fontRef idx="minor"/>
        </p:style>
        <p:txBody>
          <a:bodyPr lIns="0" rIns="0" tIns="0" bIns="0" anchor="t">
            <a:spAutoFit/>
          </a:bodyPr>
          <a:p>
            <a:pPr algn="just" defTabSz="914400">
              <a:lnSpc>
                <a:spcPts val="1500"/>
              </a:lnSpc>
            </a:pPr>
            <a:r>
              <a:rPr b="0" lang="en-US" sz="1000" strike="noStrike" u="none">
                <a:solidFill>
                  <a:srgbClr val="1a1917"/>
                </a:solidFill>
                <a:effectLst/>
                <a:uFillTx/>
                <a:latin typeface="Raleway Medium"/>
                <a:ea typeface="Raleway Medium"/>
              </a:rPr>
              <a:t>Bonne expérience en informatique, particulièrement en développement Python pour l'automatisation et les outils internes. Mon parcours inclut la maintenance de serveurs, la configuration de pare-feux et autres.</a:t>
            </a:r>
            <a:endParaRPr b="0" lang="fr-CH" sz="1000" strike="noStrike" u="none">
              <a:solidFill>
                <a:srgbClr val="000000"/>
              </a:solidFill>
              <a:effectLst/>
              <a:uFillTx/>
              <a:latin typeface="Arial"/>
            </a:endParaRPr>
          </a:p>
        </p:txBody>
      </p:sp>
      <p:sp>
        <p:nvSpPr>
          <p:cNvPr id="83" name="TextBox 28"/>
          <p:cNvSpPr/>
          <p:nvPr/>
        </p:nvSpPr>
        <p:spPr>
          <a:xfrm>
            <a:off x="407160" y="3736440"/>
            <a:ext cx="2143440" cy="174960"/>
          </a:xfrm>
          <a:prstGeom prst="rect">
            <a:avLst/>
          </a:prstGeom>
          <a:noFill/>
          <a:ln w="0">
            <a:noFill/>
          </a:ln>
        </p:spPr>
        <p:style>
          <a:lnRef idx="0"/>
          <a:fillRef idx="0"/>
          <a:effectRef idx="0"/>
          <a:fontRef idx="minor"/>
        </p:style>
        <p:txBody>
          <a:bodyPr lIns="0" rIns="0" tIns="0" bIns="0" anchor="t">
            <a:spAutoFit/>
          </a:bodyPr>
          <a:p>
            <a:pPr defTabSz="914400">
              <a:lnSpc>
                <a:spcPts val="1301"/>
              </a:lnSpc>
              <a:tabLst>
                <a:tab algn="l" pos="0"/>
              </a:tabLst>
            </a:pPr>
            <a:r>
              <a:rPr b="1" lang="en-US" sz="1300" spc="130" strike="noStrike" u="none">
                <a:solidFill>
                  <a:srgbClr val="1a1917"/>
                </a:solidFill>
                <a:effectLst/>
                <a:uFillTx/>
                <a:latin typeface="Raleway Bold"/>
                <a:ea typeface="Raleway Bold"/>
              </a:rPr>
              <a:t>FORMATION</a:t>
            </a:r>
            <a:endParaRPr b="0" lang="fr-CH" sz="1300" strike="noStrike" u="none">
              <a:solidFill>
                <a:srgbClr val="000000"/>
              </a:solidFill>
              <a:effectLst/>
              <a:uFillTx/>
              <a:latin typeface="Arial"/>
            </a:endParaRPr>
          </a:p>
        </p:txBody>
      </p:sp>
      <p:sp>
        <p:nvSpPr>
          <p:cNvPr id="84" name="TextBox 29"/>
          <p:cNvSpPr/>
          <p:nvPr/>
        </p:nvSpPr>
        <p:spPr>
          <a:xfrm>
            <a:off x="407160" y="3998160"/>
            <a:ext cx="2422440" cy="173520"/>
          </a:xfrm>
          <a:prstGeom prst="rect">
            <a:avLst/>
          </a:prstGeom>
          <a:noFill/>
          <a:ln w="0">
            <a:noFill/>
          </a:ln>
        </p:spPr>
        <p:style>
          <a:lnRef idx="0"/>
          <a:fillRef idx="0"/>
          <a:effectRef idx="0"/>
          <a:fontRef idx="minor"/>
        </p:style>
        <p:txBody>
          <a:bodyPr lIns="0" rIns="0" tIns="0" bIns="0" anchor="t">
            <a:spAutoFit/>
          </a:bodyPr>
          <a:p>
            <a:pPr defTabSz="914400">
              <a:lnSpc>
                <a:spcPts val="1400"/>
              </a:lnSpc>
              <a:tabLst>
                <a:tab algn="l" pos="0"/>
              </a:tabLst>
            </a:pPr>
            <a:r>
              <a:rPr b="1" lang="en-US" sz="1000" spc="20" strike="noStrike" u="none">
                <a:solidFill>
                  <a:srgbClr val="1a1917"/>
                </a:solidFill>
                <a:effectLst/>
                <a:uFillTx/>
                <a:latin typeface="Raleway Bold"/>
                <a:ea typeface="Raleway Bold"/>
              </a:rPr>
              <a:t>UNIDISTANCE</a:t>
            </a:r>
            <a:endParaRPr b="0" lang="fr-CH" sz="1000" strike="noStrike" u="none">
              <a:solidFill>
                <a:srgbClr val="000000"/>
              </a:solidFill>
              <a:effectLst/>
              <a:uFillTx/>
              <a:latin typeface="Arial"/>
            </a:endParaRPr>
          </a:p>
        </p:txBody>
      </p:sp>
      <p:sp>
        <p:nvSpPr>
          <p:cNvPr id="85" name="TextBox 30"/>
          <p:cNvSpPr/>
          <p:nvPr/>
        </p:nvSpPr>
        <p:spPr>
          <a:xfrm>
            <a:off x="407160" y="4649040"/>
            <a:ext cx="2422440" cy="173520"/>
          </a:xfrm>
          <a:prstGeom prst="rect">
            <a:avLst/>
          </a:prstGeom>
          <a:noFill/>
          <a:ln w="0">
            <a:noFill/>
          </a:ln>
        </p:spPr>
        <p:style>
          <a:lnRef idx="0"/>
          <a:fillRef idx="0"/>
          <a:effectRef idx="0"/>
          <a:fontRef idx="minor"/>
        </p:style>
        <p:txBody>
          <a:bodyPr lIns="0" rIns="0" tIns="0" bIns="0" anchor="t">
            <a:spAutoFit/>
          </a:bodyPr>
          <a:p>
            <a:pPr defTabSz="914400">
              <a:lnSpc>
                <a:spcPts val="1400"/>
              </a:lnSpc>
              <a:tabLst>
                <a:tab algn="l" pos="0"/>
              </a:tabLst>
            </a:pPr>
            <a:r>
              <a:rPr b="1" lang="en-US" sz="1000" spc="20" strike="noStrike" u="none">
                <a:solidFill>
                  <a:srgbClr val="1a1917"/>
                </a:solidFill>
                <a:effectLst/>
                <a:uFillTx/>
                <a:latin typeface="Raleway Bold"/>
                <a:ea typeface="Raleway Bold"/>
              </a:rPr>
              <a:t>EPFL</a:t>
            </a:r>
            <a:endParaRPr b="0" lang="fr-CH" sz="1000" strike="noStrike" u="none">
              <a:solidFill>
                <a:srgbClr val="000000"/>
              </a:solidFill>
              <a:effectLst/>
              <a:uFillTx/>
              <a:latin typeface="Arial"/>
            </a:endParaRPr>
          </a:p>
        </p:txBody>
      </p:sp>
      <p:sp>
        <p:nvSpPr>
          <p:cNvPr id="86" name="TextBox 31"/>
          <p:cNvSpPr/>
          <p:nvPr/>
        </p:nvSpPr>
        <p:spPr>
          <a:xfrm>
            <a:off x="407160" y="5295240"/>
            <a:ext cx="2422440" cy="173520"/>
          </a:xfrm>
          <a:prstGeom prst="rect">
            <a:avLst/>
          </a:prstGeom>
          <a:noFill/>
          <a:ln w="0">
            <a:noFill/>
          </a:ln>
        </p:spPr>
        <p:style>
          <a:lnRef idx="0"/>
          <a:fillRef idx="0"/>
          <a:effectRef idx="0"/>
          <a:fontRef idx="minor"/>
        </p:style>
        <p:txBody>
          <a:bodyPr lIns="0" rIns="0" tIns="0" bIns="0" anchor="t">
            <a:spAutoFit/>
          </a:bodyPr>
          <a:p>
            <a:pPr defTabSz="914400">
              <a:lnSpc>
                <a:spcPts val="1400"/>
              </a:lnSpc>
              <a:tabLst>
                <a:tab algn="l" pos="0"/>
              </a:tabLst>
            </a:pPr>
            <a:r>
              <a:rPr b="1" lang="en-US" sz="1000" spc="20" strike="noStrike" u="none">
                <a:solidFill>
                  <a:srgbClr val="1a1917"/>
                </a:solidFill>
                <a:effectLst/>
                <a:uFillTx/>
                <a:latin typeface="Raleway Bold"/>
                <a:ea typeface="Raleway Bold"/>
              </a:rPr>
              <a:t>ALYRA</a:t>
            </a:r>
            <a:endParaRPr b="0" lang="fr-CH" sz="1000" strike="noStrike" u="none">
              <a:solidFill>
                <a:srgbClr val="000000"/>
              </a:solidFill>
              <a:effectLst/>
              <a:uFillTx/>
              <a:latin typeface="Arial"/>
            </a:endParaRPr>
          </a:p>
        </p:txBody>
      </p:sp>
      <p:sp>
        <p:nvSpPr>
          <p:cNvPr id="87" name="TextBox 32"/>
          <p:cNvSpPr/>
          <p:nvPr/>
        </p:nvSpPr>
        <p:spPr>
          <a:xfrm>
            <a:off x="407160" y="4195080"/>
            <a:ext cx="2422440" cy="173520"/>
          </a:xfrm>
          <a:prstGeom prst="rect">
            <a:avLst/>
          </a:prstGeom>
          <a:noFill/>
          <a:ln w="0">
            <a:noFill/>
          </a:ln>
        </p:spPr>
        <p:style>
          <a:lnRef idx="0"/>
          <a:fillRef idx="0"/>
          <a:effectRef idx="0"/>
          <a:fontRef idx="minor"/>
        </p:style>
        <p:txBody>
          <a:bodyPr lIns="0" rIns="0" tIns="0" bIns="0" anchor="t">
            <a:spAutoFit/>
          </a:bodyPr>
          <a:p>
            <a:pPr defTabSz="914400">
              <a:lnSpc>
                <a:spcPts val="1400"/>
              </a:lnSpc>
              <a:tabLst>
                <a:tab algn="l" pos="0"/>
              </a:tabLst>
            </a:pPr>
            <a:r>
              <a:rPr b="0" lang="en-US" sz="1000" spc="51" strike="noStrike" u="none">
                <a:solidFill>
                  <a:srgbClr val="1a1917"/>
                </a:solidFill>
                <a:effectLst/>
                <a:uFillTx/>
                <a:latin typeface="Raleway"/>
                <a:ea typeface="Raleway"/>
              </a:rPr>
              <a:t>Bachelor de Mathématiques</a:t>
            </a:r>
            <a:endParaRPr b="0" lang="fr-CH" sz="1000" strike="noStrike" u="none">
              <a:solidFill>
                <a:srgbClr val="000000"/>
              </a:solidFill>
              <a:effectLst/>
              <a:uFillTx/>
              <a:latin typeface="Arial"/>
            </a:endParaRPr>
          </a:p>
        </p:txBody>
      </p:sp>
      <p:sp>
        <p:nvSpPr>
          <p:cNvPr id="88" name="TextBox 33"/>
          <p:cNvSpPr/>
          <p:nvPr/>
        </p:nvSpPr>
        <p:spPr>
          <a:xfrm>
            <a:off x="407160" y="4842720"/>
            <a:ext cx="2422440" cy="173520"/>
          </a:xfrm>
          <a:prstGeom prst="rect">
            <a:avLst/>
          </a:prstGeom>
          <a:noFill/>
          <a:ln w="0">
            <a:noFill/>
          </a:ln>
        </p:spPr>
        <p:style>
          <a:lnRef idx="0"/>
          <a:fillRef idx="0"/>
          <a:effectRef idx="0"/>
          <a:fontRef idx="minor"/>
        </p:style>
        <p:txBody>
          <a:bodyPr lIns="0" rIns="0" tIns="0" bIns="0" anchor="t">
            <a:spAutoFit/>
          </a:bodyPr>
          <a:p>
            <a:pPr defTabSz="914400">
              <a:lnSpc>
                <a:spcPts val="1400"/>
              </a:lnSpc>
              <a:tabLst>
                <a:tab algn="l" pos="0"/>
              </a:tabLst>
            </a:pPr>
            <a:r>
              <a:rPr b="0" lang="en-US" sz="1000" spc="51" strike="noStrike" u="none">
                <a:solidFill>
                  <a:srgbClr val="1a1917"/>
                </a:solidFill>
                <a:effectLst/>
                <a:uFillTx/>
                <a:latin typeface="Raleway"/>
                <a:ea typeface="Raleway"/>
              </a:rPr>
              <a:t>FIN-413 - Financial applications . . .</a:t>
            </a:r>
            <a:endParaRPr b="0" lang="fr-CH" sz="1000" strike="noStrike" u="none">
              <a:solidFill>
                <a:srgbClr val="000000"/>
              </a:solidFill>
              <a:effectLst/>
              <a:uFillTx/>
              <a:latin typeface="Arial"/>
            </a:endParaRPr>
          </a:p>
        </p:txBody>
      </p:sp>
      <p:sp>
        <p:nvSpPr>
          <p:cNvPr id="89" name="TextBox 34"/>
          <p:cNvSpPr/>
          <p:nvPr/>
        </p:nvSpPr>
        <p:spPr>
          <a:xfrm>
            <a:off x="407160" y="5488920"/>
            <a:ext cx="2422440" cy="173520"/>
          </a:xfrm>
          <a:prstGeom prst="rect">
            <a:avLst/>
          </a:prstGeom>
          <a:noFill/>
          <a:ln w="0">
            <a:noFill/>
          </a:ln>
        </p:spPr>
        <p:style>
          <a:lnRef idx="0"/>
          <a:fillRef idx="0"/>
          <a:effectRef idx="0"/>
          <a:fontRef idx="minor"/>
        </p:style>
        <p:txBody>
          <a:bodyPr lIns="0" rIns="0" tIns="0" bIns="0" anchor="t">
            <a:spAutoFit/>
          </a:bodyPr>
          <a:p>
            <a:pPr defTabSz="914400">
              <a:lnSpc>
                <a:spcPts val="1400"/>
              </a:lnSpc>
              <a:tabLst>
                <a:tab algn="l" pos="0"/>
              </a:tabLst>
            </a:pPr>
            <a:r>
              <a:rPr b="0" lang="en-US" sz="1000" spc="51" strike="noStrike" u="none">
                <a:solidFill>
                  <a:srgbClr val="1a1917"/>
                </a:solidFill>
                <a:effectLst/>
                <a:uFillTx/>
                <a:latin typeface="Raleway"/>
                <a:ea typeface="Raleway"/>
              </a:rPr>
              <a:t>RS6675 - Leveraging DeFi in dApps</a:t>
            </a:r>
            <a:endParaRPr b="0" lang="fr-CH" sz="1000" strike="noStrike" u="none">
              <a:solidFill>
                <a:srgbClr val="000000"/>
              </a:solidFill>
              <a:effectLst/>
              <a:uFillTx/>
              <a:latin typeface="Arial"/>
            </a:endParaRPr>
          </a:p>
        </p:txBody>
      </p:sp>
      <p:sp>
        <p:nvSpPr>
          <p:cNvPr id="90" name="TextBox 35"/>
          <p:cNvSpPr/>
          <p:nvPr/>
        </p:nvSpPr>
        <p:spPr>
          <a:xfrm>
            <a:off x="407160" y="4388760"/>
            <a:ext cx="2422440" cy="177480"/>
          </a:xfrm>
          <a:prstGeom prst="rect">
            <a:avLst/>
          </a:prstGeom>
          <a:noFill/>
          <a:ln w="0">
            <a:noFill/>
          </a:ln>
        </p:spPr>
        <p:style>
          <a:lnRef idx="0"/>
          <a:fillRef idx="0"/>
          <a:effectRef idx="0"/>
          <a:fontRef idx="minor"/>
        </p:style>
        <p:txBody>
          <a:bodyPr lIns="0" rIns="0" tIns="0" bIns="0" anchor="t">
            <a:spAutoFit/>
          </a:bodyPr>
          <a:p>
            <a:pPr defTabSz="914400">
              <a:lnSpc>
                <a:spcPts val="1400"/>
              </a:lnSpc>
              <a:tabLst>
                <a:tab algn="l" pos="0"/>
              </a:tabLst>
            </a:pPr>
            <a:r>
              <a:rPr b="0" lang="en-US" sz="1000" spc="51" strike="noStrike" u="none">
                <a:solidFill>
                  <a:srgbClr val="1a1917"/>
                </a:solidFill>
                <a:effectLst/>
                <a:uFillTx/>
                <a:latin typeface="Raleway Medium"/>
                <a:ea typeface="Raleway Medium"/>
              </a:rPr>
              <a:t>2026 - </a:t>
            </a:r>
            <a:endParaRPr b="0" lang="fr-CH" sz="1000" strike="noStrike" u="none">
              <a:solidFill>
                <a:srgbClr val="000000"/>
              </a:solidFill>
              <a:effectLst/>
              <a:uFillTx/>
              <a:latin typeface="Arial"/>
            </a:endParaRPr>
          </a:p>
        </p:txBody>
      </p:sp>
      <p:sp>
        <p:nvSpPr>
          <p:cNvPr id="91" name="TextBox 36"/>
          <p:cNvSpPr/>
          <p:nvPr/>
        </p:nvSpPr>
        <p:spPr>
          <a:xfrm>
            <a:off x="407160" y="5034960"/>
            <a:ext cx="2422440" cy="177480"/>
          </a:xfrm>
          <a:prstGeom prst="rect">
            <a:avLst/>
          </a:prstGeom>
          <a:noFill/>
          <a:ln w="0">
            <a:noFill/>
          </a:ln>
        </p:spPr>
        <p:style>
          <a:lnRef idx="0"/>
          <a:fillRef idx="0"/>
          <a:effectRef idx="0"/>
          <a:fontRef idx="minor"/>
        </p:style>
        <p:txBody>
          <a:bodyPr lIns="0" rIns="0" tIns="0" bIns="0" anchor="t">
            <a:spAutoFit/>
          </a:bodyPr>
          <a:p>
            <a:pPr defTabSz="914400">
              <a:lnSpc>
                <a:spcPts val="1400"/>
              </a:lnSpc>
              <a:tabLst>
                <a:tab algn="l" pos="0"/>
              </a:tabLst>
            </a:pPr>
            <a:r>
              <a:rPr b="0" lang="en-US" sz="1000" spc="51" strike="noStrike" u="none">
                <a:solidFill>
                  <a:srgbClr val="1a1917"/>
                </a:solidFill>
                <a:effectLst/>
                <a:uFillTx/>
                <a:latin typeface="Raleway Medium"/>
                <a:ea typeface="Raleway Medium"/>
              </a:rPr>
              <a:t>2026 - </a:t>
            </a:r>
            <a:endParaRPr b="0" lang="fr-CH" sz="1000" strike="noStrike" u="none">
              <a:solidFill>
                <a:srgbClr val="000000"/>
              </a:solidFill>
              <a:effectLst/>
              <a:uFillTx/>
              <a:latin typeface="Arial"/>
            </a:endParaRPr>
          </a:p>
        </p:txBody>
      </p:sp>
      <p:sp>
        <p:nvSpPr>
          <p:cNvPr id="92" name="TextBox 37"/>
          <p:cNvSpPr/>
          <p:nvPr/>
        </p:nvSpPr>
        <p:spPr>
          <a:xfrm>
            <a:off x="407160" y="5682600"/>
            <a:ext cx="2422440" cy="177480"/>
          </a:xfrm>
          <a:prstGeom prst="rect">
            <a:avLst/>
          </a:prstGeom>
          <a:noFill/>
          <a:ln w="0">
            <a:noFill/>
          </a:ln>
        </p:spPr>
        <p:style>
          <a:lnRef idx="0"/>
          <a:fillRef idx="0"/>
          <a:effectRef idx="0"/>
          <a:fontRef idx="minor"/>
        </p:style>
        <p:txBody>
          <a:bodyPr lIns="0" rIns="0" tIns="0" bIns="0" anchor="t">
            <a:spAutoFit/>
          </a:bodyPr>
          <a:p>
            <a:pPr defTabSz="914400">
              <a:lnSpc>
                <a:spcPts val="1400"/>
              </a:lnSpc>
              <a:tabLst>
                <a:tab algn="l" pos="0"/>
              </a:tabLst>
            </a:pPr>
            <a:r>
              <a:rPr b="0" lang="en-US" sz="1000" spc="51" strike="noStrike" u="none">
                <a:solidFill>
                  <a:srgbClr val="1a1917"/>
                </a:solidFill>
                <a:effectLst/>
                <a:uFillTx/>
                <a:latin typeface="Raleway Medium"/>
                <a:ea typeface="Raleway Medium"/>
              </a:rPr>
              <a:t>20.09.2025 - 19.12.2025</a:t>
            </a:r>
            <a:endParaRPr b="0" lang="fr-CH" sz="1000" strike="noStrike" u="none">
              <a:solidFill>
                <a:srgbClr val="000000"/>
              </a:solidFill>
              <a:effectLst/>
              <a:uFillTx/>
              <a:latin typeface="Arial"/>
            </a:endParaRPr>
          </a:p>
        </p:txBody>
      </p:sp>
      <p:sp>
        <p:nvSpPr>
          <p:cNvPr id="93" name="TextBox 38"/>
          <p:cNvSpPr/>
          <p:nvPr/>
        </p:nvSpPr>
        <p:spPr>
          <a:xfrm>
            <a:off x="407160" y="6781320"/>
            <a:ext cx="2143440" cy="174960"/>
          </a:xfrm>
          <a:prstGeom prst="rect">
            <a:avLst/>
          </a:prstGeom>
          <a:noFill/>
          <a:ln w="0">
            <a:noFill/>
          </a:ln>
        </p:spPr>
        <p:style>
          <a:lnRef idx="0"/>
          <a:fillRef idx="0"/>
          <a:effectRef idx="0"/>
          <a:fontRef idx="minor"/>
        </p:style>
        <p:txBody>
          <a:bodyPr lIns="0" rIns="0" tIns="0" bIns="0" anchor="t">
            <a:spAutoFit/>
          </a:bodyPr>
          <a:p>
            <a:pPr defTabSz="914400">
              <a:lnSpc>
                <a:spcPts val="1301"/>
              </a:lnSpc>
              <a:tabLst>
                <a:tab algn="l" pos="0"/>
              </a:tabLst>
            </a:pPr>
            <a:r>
              <a:rPr b="1" lang="en-US" sz="1300" spc="130" strike="noStrike" u="none">
                <a:solidFill>
                  <a:srgbClr val="1a1917"/>
                </a:solidFill>
                <a:effectLst/>
                <a:uFillTx/>
                <a:latin typeface="Raleway Bold"/>
                <a:ea typeface="Raleway Bold"/>
              </a:rPr>
              <a:t>COMPÉTENCES</a:t>
            </a:r>
            <a:endParaRPr b="0" lang="fr-CH" sz="1300" strike="noStrike" u="none">
              <a:solidFill>
                <a:srgbClr val="000000"/>
              </a:solidFill>
              <a:effectLst/>
              <a:uFillTx/>
              <a:latin typeface="Arial"/>
            </a:endParaRPr>
          </a:p>
        </p:txBody>
      </p:sp>
      <p:sp>
        <p:nvSpPr>
          <p:cNvPr id="94" name="TextBox 39"/>
          <p:cNvSpPr/>
          <p:nvPr/>
        </p:nvSpPr>
        <p:spPr>
          <a:xfrm>
            <a:off x="407160" y="7053120"/>
            <a:ext cx="2143440" cy="787320"/>
          </a:xfrm>
          <a:prstGeom prst="rect">
            <a:avLst/>
          </a:prstGeom>
          <a:noFill/>
          <a:ln w="0">
            <a:noFill/>
          </a:ln>
        </p:spPr>
        <p:style>
          <a:lnRef idx="0"/>
          <a:fillRef idx="0"/>
          <a:effectRef idx="0"/>
          <a:fontRef idx="minor"/>
        </p:style>
        <p:txBody>
          <a:bodyPr lIns="0" rIns="0" tIns="0" bIns="0" anchor="t">
            <a:spAutoFit/>
          </a:bodyPr>
          <a:p>
            <a:pPr defTabSz="914400">
              <a:lnSpc>
                <a:spcPts val="1551"/>
              </a:lnSpc>
            </a:pPr>
            <a:r>
              <a:rPr b="0" lang="en-US" sz="1000" spc="51" strike="noStrike" u="none">
                <a:solidFill>
                  <a:srgbClr val="1a1917"/>
                </a:solidFill>
                <a:effectLst/>
                <a:uFillTx/>
                <a:latin typeface="Raleway Medium"/>
                <a:ea typeface="Raleway Medium"/>
              </a:rPr>
              <a:t>Langage C</a:t>
            </a:r>
            <a:endParaRPr b="0" lang="fr-CH" sz="1000" strike="noStrike" u="none">
              <a:solidFill>
                <a:srgbClr val="000000"/>
              </a:solidFill>
              <a:effectLst/>
              <a:uFillTx/>
              <a:latin typeface="Arial"/>
            </a:endParaRPr>
          </a:p>
          <a:p>
            <a:pPr defTabSz="914400">
              <a:lnSpc>
                <a:spcPts val="1551"/>
              </a:lnSpc>
            </a:pPr>
            <a:r>
              <a:rPr b="0" lang="en-US" sz="1000" spc="51" strike="noStrike" u="none">
                <a:solidFill>
                  <a:srgbClr val="1a1917"/>
                </a:solidFill>
                <a:effectLst/>
                <a:uFillTx/>
                <a:latin typeface="Raleway Medium"/>
                <a:ea typeface="Raleway Medium"/>
              </a:rPr>
              <a:t>Langage C++</a:t>
            </a:r>
            <a:endParaRPr b="0" lang="fr-CH" sz="1000" strike="noStrike" u="none">
              <a:solidFill>
                <a:srgbClr val="000000"/>
              </a:solidFill>
              <a:effectLst/>
              <a:uFillTx/>
              <a:latin typeface="Arial"/>
            </a:endParaRPr>
          </a:p>
          <a:p>
            <a:pPr defTabSz="914400">
              <a:lnSpc>
                <a:spcPts val="1551"/>
              </a:lnSpc>
            </a:pPr>
            <a:r>
              <a:rPr b="0" lang="en-US" sz="1000" spc="51" strike="noStrike" u="none">
                <a:solidFill>
                  <a:srgbClr val="1a1917"/>
                </a:solidFill>
                <a:effectLst/>
                <a:uFillTx/>
                <a:latin typeface="Raleway Medium"/>
                <a:ea typeface="Raleway Medium"/>
              </a:rPr>
              <a:t>Langage python3</a:t>
            </a:r>
            <a:endParaRPr b="0" lang="fr-CH" sz="1000" strike="noStrike" u="none">
              <a:solidFill>
                <a:srgbClr val="000000"/>
              </a:solidFill>
              <a:effectLst/>
              <a:uFillTx/>
              <a:latin typeface="Arial"/>
            </a:endParaRPr>
          </a:p>
          <a:p>
            <a:pPr defTabSz="914400">
              <a:lnSpc>
                <a:spcPts val="1551"/>
              </a:lnSpc>
            </a:pPr>
            <a:r>
              <a:rPr b="0" lang="en-US" sz="1000" spc="51" strike="noStrike" u="none">
                <a:solidFill>
                  <a:srgbClr val="1a1917"/>
                </a:solidFill>
                <a:effectLst/>
                <a:uFillTx/>
                <a:latin typeface="Raleway Medium"/>
                <a:ea typeface="Raleway Medium"/>
              </a:rPr>
              <a:t>Développement UX</a:t>
            </a:r>
            <a:endParaRPr b="0" lang="fr-CH" sz="1000" strike="noStrike" u="none">
              <a:solidFill>
                <a:srgbClr val="000000"/>
              </a:solidFill>
              <a:effectLst/>
              <a:uFillTx/>
              <a:latin typeface="Arial"/>
            </a:endParaRPr>
          </a:p>
        </p:txBody>
      </p:sp>
      <p:sp>
        <p:nvSpPr>
          <p:cNvPr id="95" name="TextBox 40"/>
          <p:cNvSpPr/>
          <p:nvPr/>
        </p:nvSpPr>
        <p:spPr>
          <a:xfrm>
            <a:off x="397440" y="8126280"/>
            <a:ext cx="2422440" cy="787320"/>
          </a:xfrm>
          <a:prstGeom prst="rect">
            <a:avLst/>
          </a:prstGeom>
          <a:noFill/>
          <a:ln w="0">
            <a:noFill/>
          </a:ln>
        </p:spPr>
        <p:style>
          <a:lnRef idx="0"/>
          <a:fillRef idx="0"/>
          <a:effectRef idx="0"/>
          <a:fontRef idx="minor"/>
        </p:style>
        <p:txBody>
          <a:bodyPr lIns="0" rIns="0" tIns="0" bIns="0" anchor="t">
            <a:spAutoFit/>
          </a:bodyPr>
          <a:p>
            <a:pPr defTabSz="914400">
              <a:lnSpc>
                <a:spcPts val="1551"/>
              </a:lnSpc>
            </a:pPr>
            <a:r>
              <a:rPr b="0" lang="en-US" sz="1000" spc="51" strike="noStrike" u="none">
                <a:solidFill>
                  <a:srgbClr val="1a1917"/>
                </a:solidFill>
                <a:effectLst/>
                <a:uFillTx/>
                <a:latin typeface="Raleway Medium"/>
                <a:ea typeface="Raleway Medium"/>
              </a:rPr>
              <a:t>Fran¼ais : langue maternelle</a:t>
            </a:r>
            <a:endParaRPr b="0" lang="fr-CH" sz="1000" strike="noStrike" u="none">
              <a:solidFill>
                <a:srgbClr val="000000"/>
              </a:solidFill>
              <a:effectLst/>
              <a:uFillTx/>
              <a:latin typeface="Arial"/>
            </a:endParaRPr>
          </a:p>
          <a:p>
            <a:pPr defTabSz="914400">
              <a:lnSpc>
                <a:spcPts val="1551"/>
              </a:lnSpc>
            </a:pPr>
            <a:r>
              <a:rPr b="0" lang="en-US" sz="1000" spc="51" strike="noStrike" u="none">
                <a:solidFill>
                  <a:srgbClr val="1a1917"/>
                </a:solidFill>
                <a:effectLst/>
                <a:uFillTx/>
                <a:latin typeface="Raleway Medium"/>
                <a:ea typeface="Raleway Medium"/>
              </a:rPr>
              <a:t>Anglais : niveau professionnel</a:t>
            </a:r>
            <a:endParaRPr b="0" lang="fr-CH" sz="1000" strike="noStrike" u="none">
              <a:solidFill>
                <a:srgbClr val="000000"/>
              </a:solidFill>
              <a:effectLst/>
              <a:uFillTx/>
              <a:latin typeface="Arial"/>
            </a:endParaRPr>
          </a:p>
          <a:p>
            <a:pPr defTabSz="914400">
              <a:lnSpc>
                <a:spcPts val="1551"/>
              </a:lnSpc>
            </a:pPr>
            <a:r>
              <a:rPr b="0" lang="en-US" sz="1000" spc="51" strike="noStrike" u="none">
                <a:solidFill>
                  <a:srgbClr val="1a1917"/>
                </a:solidFill>
                <a:effectLst/>
                <a:uFillTx/>
                <a:latin typeface="Raleway Medium"/>
                <a:ea typeface="Raleway Medium"/>
              </a:rPr>
              <a:t>Portugais : niveau professionnel</a:t>
            </a:r>
            <a:endParaRPr b="0" lang="fr-CH" sz="1000" strike="noStrike" u="none">
              <a:solidFill>
                <a:srgbClr val="000000"/>
              </a:solidFill>
              <a:effectLst/>
              <a:uFillTx/>
              <a:latin typeface="Arial"/>
            </a:endParaRPr>
          </a:p>
          <a:p>
            <a:pPr defTabSz="914400">
              <a:lnSpc>
                <a:spcPts val="1551"/>
              </a:lnSpc>
            </a:pPr>
            <a:r>
              <a:rPr b="0" lang="en-US" sz="1000" spc="51" strike="noStrike" u="none">
                <a:solidFill>
                  <a:srgbClr val="1a1917"/>
                </a:solidFill>
                <a:effectLst/>
                <a:uFillTx/>
                <a:latin typeface="Raleway Medium"/>
                <a:ea typeface="Raleway Medium"/>
              </a:rPr>
              <a:t>Allemand : niveau professionnel</a:t>
            </a:r>
            <a:endParaRPr b="0" lang="fr-CH" sz="1000" strike="noStrike" u="none">
              <a:solidFill>
                <a:srgbClr val="000000"/>
              </a:solidFill>
              <a:effectLst/>
              <a:uFillTx/>
              <a:latin typeface="Arial"/>
            </a:endParaRPr>
          </a:p>
        </p:txBody>
      </p:sp>
      <p:sp>
        <p:nvSpPr>
          <p:cNvPr id="96" name="TextBox 41"/>
          <p:cNvSpPr/>
          <p:nvPr/>
        </p:nvSpPr>
        <p:spPr>
          <a:xfrm>
            <a:off x="397440" y="7941960"/>
            <a:ext cx="2143440" cy="173520"/>
          </a:xfrm>
          <a:prstGeom prst="rect">
            <a:avLst/>
          </a:prstGeom>
          <a:noFill/>
          <a:ln w="0">
            <a:noFill/>
          </a:ln>
        </p:spPr>
        <p:style>
          <a:lnRef idx="0"/>
          <a:fillRef idx="0"/>
          <a:effectRef idx="0"/>
          <a:fontRef idx="minor"/>
        </p:style>
        <p:txBody>
          <a:bodyPr lIns="0" rIns="0" tIns="0" bIns="0" anchor="t">
            <a:spAutoFit/>
          </a:bodyPr>
          <a:p>
            <a:pPr defTabSz="914400">
              <a:lnSpc>
                <a:spcPts val="1400"/>
              </a:lnSpc>
              <a:tabLst>
                <a:tab algn="l" pos="0"/>
              </a:tabLst>
            </a:pPr>
            <a:r>
              <a:rPr b="1" lang="en-US" sz="1000" spc="20" strike="noStrike" u="none">
                <a:solidFill>
                  <a:srgbClr val="1a1917"/>
                </a:solidFill>
                <a:effectLst/>
                <a:uFillTx/>
                <a:latin typeface="Raleway Bold"/>
                <a:ea typeface="Raleway Bold"/>
              </a:rPr>
              <a:t>LANGUES PARLÉES</a:t>
            </a:r>
            <a:endParaRPr b="0" lang="fr-CH" sz="1000" strike="noStrike" u="none">
              <a:solidFill>
                <a:srgbClr val="000000"/>
              </a:solidFill>
              <a:effectLst/>
              <a:uFillTx/>
              <a:latin typeface="Arial"/>
            </a:endParaRPr>
          </a:p>
        </p:txBody>
      </p:sp>
      <p:sp>
        <p:nvSpPr>
          <p:cNvPr id="97" name="TextBox 42"/>
          <p:cNvSpPr/>
          <p:nvPr/>
        </p:nvSpPr>
        <p:spPr>
          <a:xfrm>
            <a:off x="407160" y="9236160"/>
            <a:ext cx="2536200" cy="174960"/>
          </a:xfrm>
          <a:prstGeom prst="rect">
            <a:avLst/>
          </a:prstGeom>
          <a:noFill/>
          <a:ln w="0">
            <a:noFill/>
          </a:ln>
        </p:spPr>
        <p:style>
          <a:lnRef idx="0"/>
          <a:fillRef idx="0"/>
          <a:effectRef idx="0"/>
          <a:fontRef idx="minor"/>
        </p:style>
        <p:txBody>
          <a:bodyPr lIns="0" rIns="0" tIns="0" bIns="0" anchor="t">
            <a:spAutoFit/>
          </a:bodyPr>
          <a:p>
            <a:pPr defTabSz="914400">
              <a:lnSpc>
                <a:spcPts val="1301"/>
              </a:lnSpc>
              <a:tabLst>
                <a:tab algn="l" pos="0"/>
              </a:tabLst>
            </a:pPr>
            <a:r>
              <a:rPr b="1" lang="en-US" sz="1300" spc="130" strike="noStrike" u="none">
                <a:solidFill>
                  <a:srgbClr val="1a1917"/>
                </a:solidFill>
                <a:effectLst/>
                <a:uFillTx/>
                <a:latin typeface="Raleway Bold"/>
                <a:ea typeface="Raleway Bold"/>
              </a:rPr>
              <a:t>EXPERTISE</a:t>
            </a:r>
            <a:endParaRPr b="0" lang="fr-CH" sz="1300" strike="noStrike" u="none">
              <a:solidFill>
                <a:srgbClr val="000000"/>
              </a:solidFill>
              <a:effectLst/>
              <a:uFillTx/>
              <a:latin typeface="Arial"/>
            </a:endParaRPr>
          </a:p>
        </p:txBody>
      </p:sp>
      <p:sp>
        <p:nvSpPr>
          <p:cNvPr id="98" name="TextBox 43"/>
          <p:cNvSpPr/>
          <p:nvPr/>
        </p:nvSpPr>
        <p:spPr>
          <a:xfrm>
            <a:off x="248040" y="9432000"/>
            <a:ext cx="2669760" cy="1040400"/>
          </a:xfrm>
          <a:prstGeom prst="rect">
            <a:avLst/>
          </a:prstGeom>
          <a:noFill/>
          <a:ln w="0">
            <a:noFill/>
          </a:ln>
        </p:spPr>
        <p:style>
          <a:lnRef idx="0"/>
          <a:fillRef idx="0"/>
          <a:effectRef idx="0"/>
          <a:fontRef idx="minor"/>
        </p:style>
        <p:txBody>
          <a:bodyPr lIns="0" rIns="0" tIns="0" bIns="0" anchor="t">
            <a:spAutoFit/>
          </a:bodyPr>
          <a:p>
            <a:pPr lvl="1" marL="216000" indent="-108000" defTabSz="914400">
              <a:lnSpc>
                <a:spcPts val="1701"/>
              </a:lnSpc>
              <a:buClr>
                <a:srgbClr val="07113c"/>
              </a:buClr>
              <a:buFont typeface="Arial"/>
              <a:buChar char="•"/>
            </a:pPr>
            <a:r>
              <a:rPr b="1" lang="en-US" sz="1000" strike="noStrike" u="none">
                <a:solidFill>
                  <a:srgbClr val="07113c"/>
                </a:solidFill>
                <a:effectLst/>
                <a:uFillTx/>
                <a:latin typeface="Raleway Medium"/>
                <a:ea typeface="Raleway Medium"/>
              </a:rPr>
              <a:t>Finance Décentralisée</a:t>
            </a:r>
            <a:endParaRPr b="0" lang="fr-CH" sz="1000" strike="noStrike" u="none">
              <a:solidFill>
                <a:srgbClr val="000000"/>
              </a:solidFill>
              <a:effectLst/>
              <a:uFillTx/>
              <a:latin typeface="Arial"/>
            </a:endParaRPr>
          </a:p>
          <a:p>
            <a:pPr lvl="1" marL="216000" indent="-108000" defTabSz="914400">
              <a:lnSpc>
                <a:spcPts val="1701"/>
              </a:lnSpc>
              <a:buClr>
                <a:srgbClr val="07113c"/>
              </a:buClr>
              <a:buFont typeface="Arial"/>
              <a:buChar char="•"/>
            </a:pPr>
            <a:r>
              <a:rPr b="1" lang="en-US" sz="1000" strike="noStrike" u="none">
                <a:solidFill>
                  <a:srgbClr val="07113c"/>
                </a:solidFill>
                <a:effectLst/>
                <a:uFillTx/>
                <a:latin typeface="Raleway Medium"/>
                <a:ea typeface="Raleway Medium"/>
              </a:rPr>
              <a:t>Développement Quantitatif</a:t>
            </a:r>
            <a:endParaRPr b="0" lang="fr-CH" sz="1000" strike="noStrike" u="none">
              <a:solidFill>
                <a:srgbClr val="000000"/>
              </a:solidFill>
              <a:effectLst/>
              <a:uFillTx/>
              <a:latin typeface="Arial"/>
            </a:endParaRPr>
          </a:p>
          <a:p>
            <a:pPr lvl="1" marL="216000" indent="-108000" defTabSz="914400">
              <a:lnSpc>
                <a:spcPts val="1701"/>
              </a:lnSpc>
              <a:buClr>
                <a:srgbClr val="07113c"/>
              </a:buClr>
              <a:buFont typeface="Arial"/>
              <a:buChar char="•"/>
            </a:pPr>
            <a:r>
              <a:rPr b="1" lang="en-US" sz="1000" strike="noStrike" u="none">
                <a:solidFill>
                  <a:srgbClr val="07113c"/>
                </a:solidFill>
                <a:effectLst/>
                <a:uFillTx/>
                <a:latin typeface="Raleway Medium"/>
                <a:ea typeface="Raleway Medium"/>
              </a:rPr>
              <a:t>Architecture de Protocole</a:t>
            </a:r>
            <a:endParaRPr b="0" lang="fr-CH" sz="1000" strike="noStrike" u="none">
              <a:solidFill>
                <a:srgbClr val="000000"/>
              </a:solidFill>
              <a:effectLst/>
              <a:uFillTx/>
              <a:latin typeface="Arial"/>
            </a:endParaRPr>
          </a:p>
          <a:p>
            <a:pPr lvl="1" marL="216000" indent="-108000" defTabSz="914400">
              <a:lnSpc>
                <a:spcPts val="1701"/>
              </a:lnSpc>
              <a:buClr>
                <a:srgbClr val="07113c"/>
              </a:buClr>
              <a:buFont typeface="Arial"/>
              <a:buChar char="•"/>
            </a:pPr>
            <a:r>
              <a:rPr b="1" lang="en-US" sz="1000" strike="noStrike" u="none">
                <a:solidFill>
                  <a:srgbClr val="07113c"/>
                </a:solidFill>
                <a:effectLst/>
                <a:uFillTx/>
                <a:latin typeface="Raleway Medium"/>
                <a:ea typeface="Raleway Medium"/>
              </a:rPr>
              <a:t>Design Algorithmique</a:t>
            </a:r>
            <a:endParaRPr b="0" lang="fr-CH" sz="1000" strike="noStrike" u="none">
              <a:solidFill>
                <a:srgbClr val="000000"/>
              </a:solidFill>
              <a:effectLst/>
              <a:uFillTx/>
              <a:latin typeface="Arial"/>
            </a:endParaRPr>
          </a:p>
          <a:p>
            <a:pPr lvl="1" marL="216000" indent="-108000" defTabSz="914400">
              <a:lnSpc>
                <a:spcPts val="1701"/>
              </a:lnSpc>
              <a:buClr>
                <a:srgbClr val="07113c"/>
              </a:buClr>
              <a:buFont typeface="Arial"/>
              <a:buChar char="•"/>
            </a:pPr>
            <a:r>
              <a:rPr b="1" lang="en-US" sz="1000" strike="noStrike" u="none">
                <a:solidFill>
                  <a:srgbClr val="07113c"/>
                </a:solidFill>
                <a:effectLst/>
                <a:uFillTx/>
                <a:latin typeface="Raleway Medium"/>
                <a:ea typeface="Raleway Medium"/>
              </a:rPr>
              <a:t>Stratégies DeFi</a:t>
            </a:r>
            <a:endParaRPr b="0" lang="fr-CH" sz="1000" strike="noStrike" u="none">
              <a:solidFill>
                <a:srgbClr val="000000"/>
              </a:solidFill>
              <a:effectLst/>
              <a:uFillTx/>
              <a:latin typeface="Arial"/>
            </a:endParaRPr>
          </a:p>
        </p:txBody>
      </p:sp>
      <p:sp>
        <p:nvSpPr>
          <p:cNvPr id="99" name="TextBox 44"/>
          <p:cNvSpPr/>
          <p:nvPr/>
        </p:nvSpPr>
        <p:spPr>
          <a:xfrm>
            <a:off x="407160" y="5942880"/>
            <a:ext cx="2422440" cy="173520"/>
          </a:xfrm>
          <a:prstGeom prst="rect">
            <a:avLst/>
          </a:prstGeom>
          <a:noFill/>
          <a:ln w="0">
            <a:noFill/>
          </a:ln>
        </p:spPr>
        <p:style>
          <a:lnRef idx="0"/>
          <a:fillRef idx="0"/>
          <a:effectRef idx="0"/>
          <a:fontRef idx="minor"/>
        </p:style>
        <p:txBody>
          <a:bodyPr lIns="0" rIns="0" tIns="0" bIns="0" anchor="t">
            <a:spAutoFit/>
          </a:bodyPr>
          <a:p>
            <a:pPr defTabSz="914400">
              <a:lnSpc>
                <a:spcPts val="1400"/>
              </a:lnSpc>
              <a:tabLst>
                <a:tab algn="l" pos="0"/>
              </a:tabLst>
            </a:pPr>
            <a:r>
              <a:rPr b="1" lang="en-US" sz="1000" spc="20" strike="noStrike" u="none">
                <a:solidFill>
                  <a:srgbClr val="1a1917"/>
                </a:solidFill>
                <a:effectLst/>
                <a:uFillTx/>
                <a:latin typeface="Raleway Bold"/>
                <a:ea typeface="Raleway Bold"/>
              </a:rPr>
              <a:t>HEIG-VD</a:t>
            </a:r>
            <a:endParaRPr b="0" lang="fr-CH" sz="1000" strike="noStrike" u="none">
              <a:solidFill>
                <a:srgbClr val="000000"/>
              </a:solidFill>
              <a:effectLst/>
              <a:uFillTx/>
              <a:latin typeface="Arial"/>
            </a:endParaRPr>
          </a:p>
        </p:txBody>
      </p:sp>
      <p:sp>
        <p:nvSpPr>
          <p:cNvPr id="100" name="TextBox 45"/>
          <p:cNvSpPr/>
          <p:nvPr/>
        </p:nvSpPr>
        <p:spPr>
          <a:xfrm>
            <a:off x="407160" y="6136560"/>
            <a:ext cx="2422440" cy="173520"/>
          </a:xfrm>
          <a:prstGeom prst="rect">
            <a:avLst/>
          </a:prstGeom>
          <a:noFill/>
          <a:ln w="0">
            <a:noFill/>
          </a:ln>
        </p:spPr>
        <p:style>
          <a:lnRef idx="0"/>
          <a:fillRef idx="0"/>
          <a:effectRef idx="0"/>
          <a:fontRef idx="minor"/>
        </p:style>
        <p:txBody>
          <a:bodyPr lIns="0" rIns="0" tIns="0" bIns="0" anchor="t">
            <a:spAutoFit/>
          </a:bodyPr>
          <a:p>
            <a:pPr defTabSz="914400">
              <a:lnSpc>
                <a:spcPts val="1400"/>
              </a:lnSpc>
              <a:tabLst>
                <a:tab algn="l" pos="0"/>
              </a:tabLst>
            </a:pPr>
            <a:r>
              <a:rPr b="0" lang="en-US" sz="1000" spc="51" strike="noStrike" u="none">
                <a:solidFill>
                  <a:srgbClr val="1a1917"/>
                </a:solidFill>
                <a:effectLst/>
                <a:uFillTx/>
                <a:latin typeface="Raleway"/>
                <a:ea typeface="Raleway"/>
              </a:rPr>
              <a:t>Computer Science</a:t>
            </a:r>
            <a:endParaRPr b="0" lang="fr-CH" sz="1000" strike="noStrike" u="none">
              <a:solidFill>
                <a:srgbClr val="000000"/>
              </a:solidFill>
              <a:effectLst/>
              <a:uFillTx/>
              <a:latin typeface="Arial"/>
            </a:endParaRPr>
          </a:p>
        </p:txBody>
      </p:sp>
      <p:sp>
        <p:nvSpPr>
          <p:cNvPr id="101" name="TextBox 46"/>
          <p:cNvSpPr/>
          <p:nvPr/>
        </p:nvSpPr>
        <p:spPr>
          <a:xfrm>
            <a:off x="407160" y="6330240"/>
            <a:ext cx="2422440" cy="177480"/>
          </a:xfrm>
          <a:prstGeom prst="rect">
            <a:avLst/>
          </a:prstGeom>
          <a:noFill/>
          <a:ln w="0">
            <a:noFill/>
          </a:ln>
        </p:spPr>
        <p:style>
          <a:lnRef idx="0"/>
          <a:fillRef idx="0"/>
          <a:effectRef idx="0"/>
          <a:fontRef idx="minor"/>
        </p:style>
        <p:txBody>
          <a:bodyPr lIns="0" rIns="0" tIns="0" bIns="0" anchor="t">
            <a:spAutoFit/>
          </a:bodyPr>
          <a:p>
            <a:pPr defTabSz="914400">
              <a:lnSpc>
                <a:spcPts val="1400"/>
              </a:lnSpc>
              <a:tabLst>
                <a:tab algn="l" pos="0"/>
              </a:tabLst>
            </a:pPr>
            <a:r>
              <a:rPr b="0" lang="en-US" sz="1000" spc="51" strike="noStrike" u="none">
                <a:solidFill>
                  <a:srgbClr val="1a1917"/>
                </a:solidFill>
                <a:effectLst/>
                <a:uFillTx/>
                <a:latin typeface="Raleway Medium"/>
                <a:ea typeface="Raleway Medium"/>
              </a:rPr>
              <a:t>2024 - 2026</a:t>
            </a:r>
            <a:endParaRPr b="0" lang="fr-CH" sz="1000" strike="noStrike" u="none">
              <a:solidFill>
                <a:srgbClr val="000000"/>
              </a:solidFill>
              <a:effectLst/>
              <a:uFillTx/>
              <a:latin typeface="Arial"/>
            </a:endParaRPr>
          </a:p>
        </p:txBody>
      </p:sp>
      <p:sp>
        <p:nvSpPr>
          <p:cNvPr id="102" name="TextBox 47"/>
          <p:cNvSpPr/>
          <p:nvPr/>
        </p:nvSpPr>
        <p:spPr>
          <a:xfrm>
            <a:off x="3364200" y="9088920"/>
            <a:ext cx="3223800" cy="174960"/>
          </a:xfrm>
          <a:prstGeom prst="rect">
            <a:avLst/>
          </a:prstGeom>
          <a:noFill/>
          <a:ln w="0">
            <a:noFill/>
          </a:ln>
        </p:spPr>
        <p:style>
          <a:lnRef idx="0"/>
          <a:fillRef idx="0"/>
          <a:effectRef idx="0"/>
          <a:fontRef idx="minor"/>
        </p:style>
        <p:txBody>
          <a:bodyPr lIns="0" rIns="0" tIns="0" bIns="0" anchor="t">
            <a:spAutoFit/>
          </a:bodyPr>
          <a:p>
            <a:pPr defTabSz="914400">
              <a:lnSpc>
                <a:spcPts val="1301"/>
              </a:lnSpc>
              <a:tabLst>
                <a:tab algn="l" pos="0"/>
              </a:tabLst>
            </a:pPr>
            <a:r>
              <a:rPr b="1" lang="en-US" sz="1300" spc="130" strike="noStrike" u="none">
                <a:solidFill>
                  <a:srgbClr val="1a1917"/>
                </a:solidFill>
                <a:effectLst/>
                <a:uFillTx/>
                <a:latin typeface="Raleway Bold"/>
                <a:ea typeface="Raleway Bold"/>
              </a:rPr>
              <a:t>EXPÉRIENCE</a:t>
            </a:r>
            <a:endParaRPr b="0" lang="fr-CH"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LibreOffice/25.2.3.2$Linux_X86_64 LibreOffice_project/520$Build-2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identifier>DAG_N1RM8G0</dc:identifier>
  <dc:language>fr-CH</dc:language>
  <cp:lastModifiedBy/>
  <dcterms:modified xsi:type="dcterms:W3CDTF">2026-01-23T10:46:36Z</dcterms:modified>
  <cp:revision>6</cp:revision>
  <dc:subject/>
  <dc:title>CV Français Professionnel Simple Noir et Blanc</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